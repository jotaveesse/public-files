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Redacted"/>
      <p:regular r:id="rId15"/>
    </p:embeddedFont>
    <p:embeddedFont>
      <p:font typeface="Press Start 2P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edacted-regular.fntdata"/><Relationship Id="rId14" Type="http://schemas.openxmlformats.org/officeDocument/2006/relationships/slide" Target="slides/slide9.xml"/><Relationship Id="rId16" Type="http://schemas.openxmlformats.org/officeDocument/2006/relationships/font" Target="fonts/PressStart2P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.png"/><Relationship Id="rId13" Type="http://schemas.openxmlformats.org/officeDocument/2006/relationships/image" Target="../media/image9.png"/><Relationship Id="rId1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15" Type="http://schemas.openxmlformats.org/officeDocument/2006/relationships/image" Target="../media/image13.png"/><Relationship Id="rId14" Type="http://schemas.openxmlformats.org/officeDocument/2006/relationships/image" Target="../media/image10.png"/><Relationship Id="rId16" Type="http://schemas.openxmlformats.org/officeDocument/2006/relationships/image" Target="../media/image7.png"/><Relationship Id="rId5" Type="http://schemas.openxmlformats.org/officeDocument/2006/relationships/image" Target="../media/image45.png"/><Relationship Id="rId6" Type="http://schemas.openxmlformats.org/officeDocument/2006/relationships/image" Target="../media/image4.gif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90.png"/><Relationship Id="rId9" Type="http://schemas.openxmlformats.org/officeDocument/2006/relationships/image" Target="../media/image60.png"/><Relationship Id="rId5" Type="http://schemas.openxmlformats.org/officeDocument/2006/relationships/image" Target="../media/image37.png"/><Relationship Id="rId6" Type="http://schemas.openxmlformats.org/officeDocument/2006/relationships/image" Target="../media/image48.jpg"/><Relationship Id="rId7" Type="http://schemas.openxmlformats.org/officeDocument/2006/relationships/image" Target="../media/image22.png"/><Relationship Id="rId8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41.png"/><Relationship Id="rId6" Type="http://schemas.openxmlformats.org/officeDocument/2006/relationships/image" Target="../media/image28.png"/><Relationship Id="rId7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47.png"/><Relationship Id="rId9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79.png"/><Relationship Id="rId8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Relationship Id="rId5" Type="http://schemas.openxmlformats.org/officeDocument/2006/relationships/image" Target="../media/image44.png"/><Relationship Id="rId6" Type="http://schemas.openxmlformats.org/officeDocument/2006/relationships/image" Target="../media/image50.png"/><Relationship Id="rId7" Type="http://schemas.openxmlformats.org/officeDocument/2006/relationships/image" Target="../media/image57.png"/><Relationship Id="rId8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4.png"/><Relationship Id="rId42" Type="http://schemas.openxmlformats.org/officeDocument/2006/relationships/image" Target="../media/image57.png"/><Relationship Id="rId41" Type="http://schemas.openxmlformats.org/officeDocument/2006/relationships/image" Target="../media/image91.png"/><Relationship Id="rId44" Type="http://schemas.openxmlformats.org/officeDocument/2006/relationships/image" Target="../media/image40.png"/><Relationship Id="rId43" Type="http://schemas.openxmlformats.org/officeDocument/2006/relationships/image" Target="../media/image157.png"/><Relationship Id="rId46" Type="http://schemas.openxmlformats.org/officeDocument/2006/relationships/image" Target="../media/image107.png"/><Relationship Id="rId45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9" Type="http://schemas.openxmlformats.org/officeDocument/2006/relationships/image" Target="../media/image55.png"/><Relationship Id="rId48" Type="http://schemas.openxmlformats.org/officeDocument/2006/relationships/image" Target="../media/image101.png"/><Relationship Id="rId47" Type="http://schemas.openxmlformats.org/officeDocument/2006/relationships/image" Target="../media/image102.png"/><Relationship Id="rId49" Type="http://schemas.openxmlformats.org/officeDocument/2006/relationships/image" Target="../media/image117.png"/><Relationship Id="rId5" Type="http://schemas.openxmlformats.org/officeDocument/2006/relationships/image" Target="../media/image30.png"/><Relationship Id="rId6" Type="http://schemas.openxmlformats.org/officeDocument/2006/relationships/image" Target="../media/image52.png"/><Relationship Id="rId7" Type="http://schemas.openxmlformats.org/officeDocument/2006/relationships/image" Target="../media/image69.png"/><Relationship Id="rId8" Type="http://schemas.openxmlformats.org/officeDocument/2006/relationships/image" Target="../media/image49.png"/><Relationship Id="rId31" Type="http://schemas.openxmlformats.org/officeDocument/2006/relationships/image" Target="../media/image45.png"/><Relationship Id="rId30" Type="http://schemas.openxmlformats.org/officeDocument/2006/relationships/image" Target="../media/image18.png"/><Relationship Id="rId33" Type="http://schemas.openxmlformats.org/officeDocument/2006/relationships/image" Target="../media/image36.png"/><Relationship Id="rId32" Type="http://schemas.openxmlformats.org/officeDocument/2006/relationships/image" Target="../media/image16.png"/><Relationship Id="rId35" Type="http://schemas.openxmlformats.org/officeDocument/2006/relationships/image" Target="../media/image9.png"/><Relationship Id="rId34" Type="http://schemas.openxmlformats.org/officeDocument/2006/relationships/image" Target="../media/image80.png"/><Relationship Id="rId37" Type="http://schemas.openxmlformats.org/officeDocument/2006/relationships/image" Target="../media/image20.png"/><Relationship Id="rId36" Type="http://schemas.openxmlformats.org/officeDocument/2006/relationships/image" Target="../media/image47.png"/><Relationship Id="rId39" Type="http://schemas.openxmlformats.org/officeDocument/2006/relationships/image" Target="../media/image15.png"/><Relationship Id="rId38" Type="http://schemas.openxmlformats.org/officeDocument/2006/relationships/image" Target="../media/image108.png"/><Relationship Id="rId20" Type="http://schemas.openxmlformats.org/officeDocument/2006/relationships/image" Target="../media/image71.png"/><Relationship Id="rId22" Type="http://schemas.openxmlformats.org/officeDocument/2006/relationships/image" Target="../media/image73.png"/><Relationship Id="rId21" Type="http://schemas.openxmlformats.org/officeDocument/2006/relationships/image" Target="../media/image65.png"/><Relationship Id="rId24" Type="http://schemas.openxmlformats.org/officeDocument/2006/relationships/image" Target="../media/image13.png"/><Relationship Id="rId23" Type="http://schemas.openxmlformats.org/officeDocument/2006/relationships/image" Target="../media/image67.png"/><Relationship Id="rId26" Type="http://schemas.openxmlformats.org/officeDocument/2006/relationships/image" Target="../media/image17.png"/><Relationship Id="rId25" Type="http://schemas.openxmlformats.org/officeDocument/2006/relationships/image" Target="../media/image10.png"/><Relationship Id="rId28" Type="http://schemas.openxmlformats.org/officeDocument/2006/relationships/image" Target="../media/image54.png"/><Relationship Id="rId27" Type="http://schemas.openxmlformats.org/officeDocument/2006/relationships/image" Target="../media/image84.png"/><Relationship Id="rId29" Type="http://schemas.openxmlformats.org/officeDocument/2006/relationships/image" Target="../media/image12.png"/><Relationship Id="rId51" Type="http://schemas.openxmlformats.org/officeDocument/2006/relationships/image" Target="../media/image119.png"/><Relationship Id="rId50" Type="http://schemas.openxmlformats.org/officeDocument/2006/relationships/image" Target="../media/image92.png"/><Relationship Id="rId53" Type="http://schemas.openxmlformats.org/officeDocument/2006/relationships/image" Target="../media/image115.png"/><Relationship Id="rId52" Type="http://schemas.openxmlformats.org/officeDocument/2006/relationships/image" Target="../media/image88.png"/><Relationship Id="rId11" Type="http://schemas.openxmlformats.org/officeDocument/2006/relationships/image" Target="../media/image61.png"/><Relationship Id="rId10" Type="http://schemas.openxmlformats.org/officeDocument/2006/relationships/image" Target="../media/image75.png"/><Relationship Id="rId13" Type="http://schemas.openxmlformats.org/officeDocument/2006/relationships/image" Target="../media/image68.png"/><Relationship Id="rId12" Type="http://schemas.openxmlformats.org/officeDocument/2006/relationships/image" Target="../media/image56.png"/><Relationship Id="rId15" Type="http://schemas.openxmlformats.org/officeDocument/2006/relationships/image" Target="../media/image59.png"/><Relationship Id="rId14" Type="http://schemas.openxmlformats.org/officeDocument/2006/relationships/image" Target="../media/image116.png"/><Relationship Id="rId17" Type="http://schemas.openxmlformats.org/officeDocument/2006/relationships/image" Target="../media/image82.png"/><Relationship Id="rId16" Type="http://schemas.openxmlformats.org/officeDocument/2006/relationships/image" Target="../media/image62.png"/><Relationship Id="rId19" Type="http://schemas.openxmlformats.org/officeDocument/2006/relationships/image" Target="../media/image63.png"/><Relationship Id="rId18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2.png"/><Relationship Id="rId42" Type="http://schemas.openxmlformats.org/officeDocument/2006/relationships/image" Target="../media/image44.png"/><Relationship Id="rId41" Type="http://schemas.openxmlformats.org/officeDocument/2006/relationships/image" Target="../media/image129.png"/><Relationship Id="rId44" Type="http://schemas.openxmlformats.org/officeDocument/2006/relationships/image" Target="../media/image155.png"/><Relationship Id="rId43" Type="http://schemas.openxmlformats.org/officeDocument/2006/relationships/image" Target="../media/image53.png"/><Relationship Id="rId46" Type="http://schemas.openxmlformats.org/officeDocument/2006/relationships/image" Target="../media/image153.png"/><Relationship Id="rId45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39.png"/><Relationship Id="rId9" Type="http://schemas.openxmlformats.org/officeDocument/2006/relationships/image" Target="../media/image123.png"/><Relationship Id="rId48" Type="http://schemas.openxmlformats.org/officeDocument/2006/relationships/image" Target="../media/image6.png"/><Relationship Id="rId47" Type="http://schemas.openxmlformats.org/officeDocument/2006/relationships/image" Target="../media/image183.png"/><Relationship Id="rId49" Type="http://schemas.openxmlformats.org/officeDocument/2006/relationships/image" Target="../media/image136.gif"/><Relationship Id="rId5" Type="http://schemas.openxmlformats.org/officeDocument/2006/relationships/image" Target="../media/image99.png"/><Relationship Id="rId6" Type="http://schemas.openxmlformats.org/officeDocument/2006/relationships/image" Target="../media/image97.png"/><Relationship Id="rId7" Type="http://schemas.openxmlformats.org/officeDocument/2006/relationships/image" Target="../media/image121.png"/><Relationship Id="rId8" Type="http://schemas.openxmlformats.org/officeDocument/2006/relationships/image" Target="../media/image105.png"/><Relationship Id="rId31" Type="http://schemas.openxmlformats.org/officeDocument/2006/relationships/image" Target="../media/image135.png"/><Relationship Id="rId30" Type="http://schemas.openxmlformats.org/officeDocument/2006/relationships/image" Target="../media/image134.png"/><Relationship Id="rId33" Type="http://schemas.openxmlformats.org/officeDocument/2006/relationships/image" Target="../media/image43.png"/><Relationship Id="rId32" Type="http://schemas.openxmlformats.org/officeDocument/2006/relationships/image" Target="../media/image37.png"/><Relationship Id="rId35" Type="http://schemas.openxmlformats.org/officeDocument/2006/relationships/image" Target="../media/image76.png"/><Relationship Id="rId34" Type="http://schemas.openxmlformats.org/officeDocument/2006/relationships/image" Target="../media/image125.png"/><Relationship Id="rId37" Type="http://schemas.openxmlformats.org/officeDocument/2006/relationships/image" Target="../media/image51.png"/><Relationship Id="rId36" Type="http://schemas.openxmlformats.org/officeDocument/2006/relationships/image" Target="../media/image158.png"/><Relationship Id="rId39" Type="http://schemas.openxmlformats.org/officeDocument/2006/relationships/image" Target="../media/image133.png"/><Relationship Id="rId38" Type="http://schemas.openxmlformats.org/officeDocument/2006/relationships/image" Target="../media/image128.png"/><Relationship Id="rId20" Type="http://schemas.openxmlformats.org/officeDocument/2006/relationships/image" Target="../media/image8.png"/><Relationship Id="rId22" Type="http://schemas.openxmlformats.org/officeDocument/2006/relationships/image" Target="../media/image126.png"/><Relationship Id="rId21" Type="http://schemas.openxmlformats.org/officeDocument/2006/relationships/image" Target="../media/image1.png"/><Relationship Id="rId24" Type="http://schemas.openxmlformats.org/officeDocument/2006/relationships/image" Target="../media/image143.png"/><Relationship Id="rId23" Type="http://schemas.openxmlformats.org/officeDocument/2006/relationships/image" Target="../media/image79.png"/><Relationship Id="rId26" Type="http://schemas.openxmlformats.org/officeDocument/2006/relationships/image" Target="../media/image131.png"/><Relationship Id="rId25" Type="http://schemas.openxmlformats.org/officeDocument/2006/relationships/image" Target="../media/image114.png"/><Relationship Id="rId28" Type="http://schemas.openxmlformats.org/officeDocument/2006/relationships/image" Target="../media/image130.png"/><Relationship Id="rId27" Type="http://schemas.openxmlformats.org/officeDocument/2006/relationships/image" Target="../media/image118.png"/><Relationship Id="rId29" Type="http://schemas.openxmlformats.org/officeDocument/2006/relationships/image" Target="../media/image26.png"/><Relationship Id="rId51" Type="http://schemas.openxmlformats.org/officeDocument/2006/relationships/image" Target="../media/image28.png"/><Relationship Id="rId50" Type="http://schemas.openxmlformats.org/officeDocument/2006/relationships/image" Target="../media/image2.gif"/><Relationship Id="rId53" Type="http://schemas.openxmlformats.org/officeDocument/2006/relationships/image" Target="../media/image140.png"/><Relationship Id="rId52" Type="http://schemas.openxmlformats.org/officeDocument/2006/relationships/image" Target="../media/image32.png"/><Relationship Id="rId11" Type="http://schemas.openxmlformats.org/officeDocument/2006/relationships/image" Target="../media/image104.png"/><Relationship Id="rId55" Type="http://schemas.openxmlformats.org/officeDocument/2006/relationships/image" Target="../media/image152.png"/><Relationship Id="rId10" Type="http://schemas.openxmlformats.org/officeDocument/2006/relationships/image" Target="../media/image100.png"/><Relationship Id="rId54" Type="http://schemas.openxmlformats.org/officeDocument/2006/relationships/image" Target="../media/image177.png"/><Relationship Id="rId13" Type="http://schemas.openxmlformats.org/officeDocument/2006/relationships/image" Target="../media/image103.png"/><Relationship Id="rId57" Type="http://schemas.openxmlformats.org/officeDocument/2006/relationships/image" Target="../media/image148.png"/><Relationship Id="rId12" Type="http://schemas.openxmlformats.org/officeDocument/2006/relationships/image" Target="../media/image95.png"/><Relationship Id="rId56" Type="http://schemas.openxmlformats.org/officeDocument/2006/relationships/image" Target="../media/image4.gif"/><Relationship Id="rId15" Type="http://schemas.openxmlformats.org/officeDocument/2006/relationships/image" Target="../media/image110.png"/><Relationship Id="rId14" Type="http://schemas.openxmlformats.org/officeDocument/2006/relationships/image" Target="../media/image41.png"/><Relationship Id="rId58" Type="http://schemas.openxmlformats.org/officeDocument/2006/relationships/image" Target="../media/image147.png"/><Relationship Id="rId17" Type="http://schemas.openxmlformats.org/officeDocument/2006/relationships/image" Target="../media/image120.png"/><Relationship Id="rId16" Type="http://schemas.openxmlformats.org/officeDocument/2006/relationships/image" Target="../media/image190.png"/><Relationship Id="rId19" Type="http://schemas.openxmlformats.org/officeDocument/2006/relationships/image" Target="../media/image3.png"/><Relationship Id="rId18" Type="http://schemas.openxmlformats.org/officeDocument/2006/relationships/image" Target="../media/image142.png"/></Relationships>
</file>

<file path=ppt/slides/_rels/slide9.xml.rels><?xml version="1.0" encoding="UTF-8" standalone="yes"?><Relationships xmlns="http://schemas.openxmlformats.org/package/2006/relationships"><Relationship Id="rId40" Type="http://schemas.openxmlformats.org/officeDocument/2006/relationships/image" Target="../media/image192.png"/><Relationship Id="rId41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6.png"/><Relationship Id="rId4" Type="http://schemas.openxmlformats.org/officeDocument/2006/relationships/image" Target="../media/image180.png"/><Relationship Id="rId9" Type="http://schemas.openxmlformats.org/officeDocument/2006/relationships/image" Target="../media/image166.png"/><Relationship Id="rId5" Type="http://schemas.openxmlformats.org/officeDocument/2006/relationships/image" Target="../media/image187.png"/><Relationship Id="rId6" Type="http://schemas.openxmlformats.org/officeDocument/2006/relationships/image" Target="../media/image149.png"/><Relationship Id="rId7" Type="http://schemas.openxmlformats.org/officeDocument/2006/relationships/image" Target="../media/image194.png"/><Relationship Id="rId8" Type="http://schemas.openxmlformats.org/officeDocument/2006/relationships/image" Target="../media/image181.png"/><Relationship Id="rId31" Type="http://schemas.openxmlformats.org/officeDocument/2006/relationships/image" Target="../media/image169.png"/><Relationship Id="rId30" Type="http://schemas.openxmlformats.org/officeDocument/2006/relationships/image" Target="../media/image178.png"/><Relationship Id="rId33" Type="http://schemas.openxmlformats.org/officeDocument/2006/relationships/image" Target="../media/image195.png"/><Relationship Id="rId32" Type="http://schemas.openxmlformats.org/officeDocument/2006/relationships/image" Target="../media/image171.png"/><Relationship Id="rId35" Type="http://schemas.openxmlformats.org/officeDocument/2006/relationships/image" Target="../media/image193.png"/><Relationship Id="rId34" Type="http://schemas.openxmlformats.org/officeDocument/2006/relationships/image" Target="../media/image179.png"/><Relationship Id="rId37" Type="http://schemas.openxmlformats.org/officeDocument/2006/relationships/image" Target="../media/image174.png"/><Relationship Id="rId36" Type="http://schemas.openxmlformats.org/officeDocument/2006/relationships/image" Target="../media/image188.png"/><Relationship Id="rId39" Type="http://schemas.openxmlformats.org/officeDocument/2006/relationships/image" Target="../media/image185.png"/><Relationship Id="rId38" Type="http://schemas.openxmlformats.org/officeDocument/2006/relationships/image" Target="../media/image184.png"/><Relationship Id="rId20" Type="http://schemas.openxmlformats.org/officeDocument/2006/relationships/image" Target="../media/image163.png"/><Relationship Id="rId22" Type="http://schemas.openxmlformats.org/officeDocument/2006/relationships/image" Target="../media/image172.png"/><Relationship Id="rId21" Type="http://schemas.openxmlformats.org/officeDocument/2006/relationships/image" Target="../media/image165.png"/><Relationship Id="rId24" Type="http://schemas.openxmlformats.org/officeDocument/2006/relationships/image" Target="../media/image176.png"/><Relationship Id="rId23" Type="http://schemas.openxmlformats.org/officeDocument/2006/relationships/image" Target="../media/image182.png"/><Relationship Id="rId26" Type="http://schemas.openxmlformats.org/officeDocument/2006/relationships/image" Target="../media/image167.png"/><Relationship Id="rId25" Type="http://schemas.openxmlformats.org/officeDocument/2006/relationships/image" Target="../media/image168.png"/><Relationship Id="rId28" Type="http://schemas.openxmlformats.org/officeDocument/2006/relationships/image" Target="../media/image189.png"/><Relationship Id="rId27" Type="http://schemas.openxmlformats.org/officeDocument/2006/relationships/image" Target="../media/image170.png"/><Relationship Id="rId29" Type="http://schemas.openxmlformats.org/officeDocument/2006/relationships/image" Target="../media/image173.png"/><Relationship Id="rId11" Type="http://schemas.openxmlformats.org/officeDocument/2006/relationships/image" Target="../media/image159.png"/><Relationship Id="rId10" Type="http://schemas.openxmlformats.org/officeDocument/2006/relationships/image" Target="../media/image150.png"/><Relationship Id="rId13" Type="http://schemas.openxmlformats.org/officeDocument/2006/relationships/image" Target="../media/image151.png"/><Relationship Id="rId12" Type="http://schemas.openxmlformats.org/officeDocument/2006/relationships/image" Target="../media/image154.png"/><Relationship Id="rId15" Type="http://schemas.openxmlformats.org/officeDocument/2006/relationships/image" Target="../media/image160.png"/><Relationship Id="rId14" Type="http://schemas.openxmlformats.org/officeDocument/2006/relationships/image" Target="../media/image191.png"/><Relationship Id="rId17" Type="http://schemas.openxmlformats.org/officeDocument/2006/relationships/image" Target="../media/image162.png"/><Relationship Id="rId16" Type="http://schemas.openxmlformats.org/officeDocument/2006/relationships/image" Target="../media/image161.png"/><Relationship Id="rId19" Type="http://schemas.openxmlformats.org/officeDocument/2006/relationships/image" Target="../media/image164.png"/><Relationship Id="rId18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D33B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2860342" y="592945"/>
            <a:ext cx="4793302" cy="871510"/>
          </a:xfrm>
          <a:custGeom>
            <a:rect b="b" l="l" r="r" t="t"/>
            <a:pathLst>
              <a:path extrusionOk="0" h="871510" w="4793302">
                <a:moveTo>
                  <a:pt x="0" y="0"/>
                </a:moveTo>
                <a:lnTo>
                  <a:pt x="4793302" y="0"/>
                </a:lnTo>
                <a:lnTo>
                  <a:pt x="4793302" y="871510"/>
                </a:lnTo>
                <a:lnTo>
                  <a:pt x="0" y="871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965004" y="4157439"/>
            <a:ext cx="1419625" cy="7654841"/>
          </a:xfrm>
          <a:custGeom>
            <a:rect b="b" l="l" r="r" t="t"/>
            <a:pathLst>
              <a:path extrusionOk="0" h="7654841" w="1419625">
                <a:moveTo>
                  <a:pt x="0" y="0"/>
                </a:moveTo>
                <a:lnTo>
                  <a:pt x="1419625" y="0"/>
                </a:lnTo>
                <a:lnTo>
                  <a:pt x="1419625" y="7654841"/>
                </a:lnTo>
                <a:lnTo>
                  <a:pt x="0" y="7654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12004917" y="8629136"/>
            <a:ext cx="8429467" cy="1946440"/>
          </a:xfrm>
          <a:custGeom>
            <a:rect b="b" l="l" r="r" t="t"/>
            <a:pathLst>
              <a:path extrusionOk="0" h="1946440" w="8429467">
                <a:moveTo>
                  <a:pt x="0" y="0"/>
                </a:moveTo>
                <a:lnTo>
                  <a:pt x="8429467" y="0"/>
                </a:lnTo>
                <a:lnTo>
                  <a:pt x="8429467" y="1946440"/>
                </a:lnTo>
                <a:lnTo>
                  <a:pt x="0" y="1946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3889454" y="8629136"/>
            <a:ext cx="8429467" cy="1946440"/>
          </a:xfrm>
          <a:custGeom>
            <a:rect b="b" l="l" r="r" t="t"/>
            <a:pathLst>
              <a:path extrusionOk="0" h="1946440" w="8429467">
                <a:moveTo>
                  <a:pt x="0" y="0"/>
                </a:moveTo>
                <a:lnTo>
                  <a:pt x="8429467" y="0"/>
                </a:lnTo>
                <a:lnTo>
                  <a:pt x="8429467" y="1946440"/>
                </a:lnTo>
                <a:lnTo>
                  <a:pt x="0" y="1946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-4539920" y="8629136"/>
            <a:ext cx="8429467" cy="1946440"/>
          </a:xfrm>
          <a:custGeom>
            <a:rect b="b" l="l" r="r" t="t"/>
            <a:pathLst>
              <a:path extrusionOk="0" h="1946440" w="8429467">
                <a:moveTo>
                  <a:pt x="0" y="0"/>
                </a:moveTo>
                <a:lnTo>
                  <a:pt x="8429467" y="0"/>
                </a:lnTo>
                <a:lnTo>
                  <a:pt x="8429467" y="1946440"/>
                </a:lnTo>
                <a:lnTo>
                  <a:pt x="0" y="1946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4244" y="7216963"/>
            <a:ext cx="1186022" cy="10140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14674745" y="6524793"/>
            <a:ext cx="2584555" cy="4987738"/>
          </a:xfrm>
          <a:custGeom>
            <a:rect b="b" l="l" r="r" t="t"/>
            <a:pathLst>
              <a:path extrusionOk="0" h="4987738" w="2584555">
                <a:moveTo>
                  <a:pt x="0" y="0"/>
                </a:moveTo>
                <a:lnTo>
                  <a:pt x="2584555" y="0"/>
                </a:lnTo>
                <a:lnTo>
                  <a:pt x="2584555" y="4987739"/>
                </a:lnTo>
                <a:lnTo>
                  <a:pt x="0" y="4987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2753755" y="1227843"/>
            <a:ext cx="1460978" cy="1460978"/>
          </a:xfrm>
          <a:custGeom>
            <a:rect b="b" l="l" r="r" t="t"/>
            <a:pathLst>
              <a:path extrusionOk="0" h="1460978" w="1460978">
                <a:moveTo>
                  <a:pt x="0" y="0"/>
                </a:moveTo>
                <a:lnTo>
                  <a:pt x="1460978" y="0"/>
                </a:lnTo>
                <a:lnTo>
                  <a:pt x="1460978" y="1460978"/>
                </a:lnTo>
                <a:lnTo>
                  <a:pt x="0" y="1460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>
            <a:off x="16360755" y="3458684"/>
            <a:ext cx="1460978" cy="1460978"/>
          </a:xfrm>
          <a:custGeom>
            <a:rect b="b" l="l" r="r" t="t"/>
            <a:pathLst>
              <a:path extrusionOk="0" h="1460978" w="1460978">
                <a:moveTo>
                  <a:pt x="0" y="0"/>
                </a:moveTo>
                <a:lnTo>
                  <a:pt x="1460978" y="0"/>
                </a:lnTo>
                <a:lnTo>
                  <a:pt x="1460978" y="1460979"/>
                </a:lnTo>
                <a:lnTo>
                  <a:pt x="0" y="1460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13959875" y="4646018"/>
            <a:ext cx="877157" cy="1418707"/>
          </a:xfrm>
          <a:custGeom>
            <a:rect b="b" l="l" r="r" t="t"/>
            <a:pathLst>
              <a:path extrusionOk="0" h="1418707" w="877157">
                <a:moveTo>
                  <a:pt x="0" y="0"/>
                </a:moveTo>
                <a:lnTo>
                  <a:pt x="877157" y="0"/>
                </a:lnTo>
                <a:lnTo>
                  <a:pt x="877157" y="1418707"/>
                </a:lnTo>
                <a:lnTo>
                  <a:pt x="0" y="1418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7492808" y="6351868"/>
            <a:ext cx="3302484" cy="1411061"/>
          </a:xfrm>
          <a:custGeom>
            <a:rect b="b" l="l" r="r" t="t"/>
            <a:pathLst>
              <a:path extrusionOk="0" h="1411061" w="3302484">
                <a:moveTo>
                  <a:pt x="0" y="0"/>
                </a:moveTo>
                <a:lnTo>
                  <a:pt x="3302484" y="0"/>
                </a:lnTo>
                <a:lnTo>
                  <a:pt x="3302484" y="1411062"/>
                </a:lnTo>
                <a:lnTo>
                  <a:pt x="0" y="1411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 txBox="1"/>
          <p:nvPr/>
        </p:nvSpPr>
        <p:spPr>
          <a:xfrm>
            <a:off x="2751000" y="2764513"/>
            <a:ext cx="127860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>
                <a:solidFill>
                  <a:srgbClr val="55E0BE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IAs generativas na criação</a:t>
            </a:r>
            <a:endParaRPr sz="6400"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marR="0" rtl="0" algn="ctr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>
                <a:solidFill>
                  <a:srgbClr val="55E0BE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 jogos</a:t>
            </a:r>
            <a:endParaRPr sz="64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-715822" y="4919663"/>
            <a:ext cx="2018171" cy="8879953"/>
          </a:xfrm>
          <a:custGeom>
            <a:rect b="b" l="l" r="r" t="t"/>
            <a:pathLst>
              <a:path extrusionOk="0" h="8879953" w="2018171">
                <a:moveTo>
                  <a:pt x="0" y="0"/>
                </a:moveTo>
                <a:lnTo>
                  <a:pt x="2018171" y="0"/>
                </a:lnTo>
                <a:lnTo>
                  <a:pt x="2018171" y="8879953"/>
                </a:lnTo>
                <a:lnTo>
                  <a:pt x="0" y="8879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7" name="Google Shape;97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171747" y="5534157"/>
            <a:ext cx="1124222" cy="99493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7695044" y="7976249"/>
            <a:ext cx="346569" cy="519381"/>
          </a:xfrm>
          <a:custGeom>
            <a:rect b="b" l="l" r="r" t="t"/>
            <a:pathLst>
              <a:path extrusionOk="0" h="519381" w="346569">
                <a:moveTo>
                  <a:pt x="0" y="0"/>
                </a:moveTo>
                <a:lnTo>
                  <a:pt x="346569" y="0"/>
                </a:lnTo>
                <a:lnTo>
                  <a:pt x="346569" y="519381"/>
                </a:lnTo>
                <a:lnTo>
                  <a:pt x="0" y="51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3"/>
          <p:cNvSpPr/>
          <p:nvPr/>
        </p:nvSpPr>
        <p:spPr>
          <a:xfrm>
            <a:off x="4670266" y="7039540"/>
            <a:ext cx="1936667" cy="6494920"/>
          </a:xfrm>
          <a:custGeom>
            <a:rect b="b" l="l" r="r" t="t"/>
            <a:pathLst>
              <a:path extrusionOk="0" h="6494920" w="1936667">
                <a:moveTo>
                  <a:pt x="0" y="0"/>
                </a:moveTo>
                <a:lnTo>
                  <a:pt x="1936667" y="0"/>
                </a:lnTo>
                <a:lnTo>
                  <a:pt x="1936667" y="6494920"/>
                </a:lnTo>
                <a:lnTo>
                  <a:pt x="0" y="6494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>
            <a:off x="17468939" y="4646032"/>
            <a:ext cx="1638121" cy="6213564"/>
          </a:xfrm>
          <a:custGeom>
            <a:rect b="b" l="l" r="r" t="t"/>
            <a:pathLst>
              <a:path extrusionOk="0" h="6213564" w="1638121">
                <a:moveTo>
                  <a:pt x="0" y="0"/>
                </a:moveTo>
                <a:lnTo>
                  <a:pt x="1638122" y="0"/>
                </a:lnTo>
                <a:lnTo>
                  <a:pt x="1638122" y="6213564"/>
                </a:lnTo>
                <a:lnTo>
                  <a:pt x="0" y="6213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/>
          <p:nvPr/>
        </p:nvSpPr>
        <p:spPr>
          <a:xfrm>
            <a:off x="0" y="646816"/>
            <a:ext cx="1229755" cy="3251756"/>
          </a:xfrm>
          <a:custGeom>
            <a:rect b="b" l="l" r="r" t="t"/>
            <a:pathLst>
              <a:path extrusionOk="0" h="3251756" w="1229755">
                <a:moveTo>
                  <a:pt x="0" y="0"/>
                </a:moveTo>
                <a:lnTo>
                  <a:pt x="1229755" y="0"/>
                </a:lnTo>
                <a:lnTo>
                  <a:pt x="1229755" y="3251756"/>
                </a:lnTo>
                <a:lnTo>
                  <a:pt x="0" y="3251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5D33BE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9200832" y="8878953"/>
            <a:ext cx="9330431" cy="1408047"/>
          </a:xfrm>
          <a:custGeom>
            <a:rect b="b" l="l" r="r" t="t"/>
            <a:pathLst>
              <a:path extrusionOk="0" h="1408047" w="9330431">
                <a:moveTo>
                  <a:pt x="0" y="0"/>
                </a:moveTo>
                <a:lnTo>
                  <a:pt x="9330432" y="0"/>
                </a:lnTo>
                <a:lnTo>
                  <a:pt x="9330432" y="1408047"/>
                </a:lnTo>
                <a:lnTo>
                  <a:pt x="0" y="1408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4"/>
          <p:cNvSpPr/>
          <p:nvPr/>
        </p:nvSpPr>
        <p:spPr>
          <a:xfrm>
            <a:off x="16919817" y="5143500"/>
            <a:ext cx="2117252" cy="4114800"/>
          </a:xfrm>
          <a:custGeom>
            <a:rect b="b" l="l" r="r" t="t"/>
            <a:pathLst>
              <a:path extrusionOk="0" h="4114800" w="2117252">
                <a:moveTo>
                  <a:pt x="0" y="0"/>
                </a:moveTo>
                <a:lnTo>
                  <a:pt x="2117252" y="0"/>
                </a:lnTo>
                <a:lnTo>
                  <a:pt x="21172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>
            <a:off x="0" y="8878953"/>
            <a:ext cx="9330431" cy="1408047"/>
          </a:xfrm>
          <a:custGeom>
            <a:rect b="b" l="l" r="r" t="t"/>
            <a:pathLst>
              <a:path extrusionOk="0" h="1408047" w="9330431">
                <a:moveTo>
                  <a:pt x="0" y="0"/>
                </a:moveTo>
                <a:lnTo>
                  <a:pt x="9330431" y="0"/>
                </a:lnTo>
                <a:lnTo>
                  <a:pt x="9330431" y="1408047"/>
                </a:lnTo>
                <a:lnTo>
                  <a:pt x="0" y="1408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2312856" y="5441793"/>
            <a:ext cx="2352360" cy="3920600"/>
          </a:xfrm>
          <a:custGeom>
            <a:rect b="b" l="l" r="r" t="t"/>
            <a:pathLst>
              <a:path extrusionOk="0" h="3920600" w="2352360">
                <a:moveTo>
                  <a:pt x="0" y="0"/>
                </a:moveTo>
                <a:lnTo>
                  <a:pt x="2352360" y="0"/>
                </a:lnTo>
                <a:lnTo>
                  <a:pt x="2352360" y="3920599"/>
                </a:lnTo>
                <a:lnTo>
                  <a:pt x="0" y="39205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/>
          <p:nvPr/>
        </p:nvSpPr>
        <p:spPr>
          <a:xfrm>
            <a:off x="5549271" y="7929920"/>
            <a:ext cx="3979091" cy="1432473"/>
          </a:xfrm>
          <a:custGeom>
            <a:rect b="b" l="l" r="r" t="t"/>
            <a:pathLst>
              <a:path extrusionOk="0" h="1432473" w="3979091">
                <a:moveTo>
                  <a:pt x="0" y="0"/>
                </a:moveTo>
                <a:lnTo>
                  <a:pt x="3979091" y="0"/>
                </a:lnTo>
                <a:lnTo>
                  <a:pt x="3979091" y="1432472"/>
                </a:lnTo>
                <a:lnTo>
                  <a:pt x="0" y="1432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4"/>
          <p:cNvSpPr/>
          <p:nvPr/>
        </p:nvSpPr>
        <p:spPr>
          <a:xfrm>
            <a:off x="-475621" y="1028700"/>
            <a:ext cx="2169622" cy="8229600"/>
          </a:xfrm>
          <a:custGeom>
            <a:rect b="b" l="l" r="r" t="t"/>
            <a:pathLst>
              <a:path extrusionOk="0" h="8229600" w="2169622">
                <a:moveTo>
                  <a:pt x="0" y="0"/>
                </a:moveTo>
                <a:lnTo>
                  <a:pt x="2169622" y="0"/>
                </a:lnTo>
                <a:lnTo>
                  <a:pt x="21696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11882838" y="7378925"/>
            <a:ext cx="3966420" cy="1500028"/>
          </a:xfrm>
          <a:custGeom>
            <a:rect b="b" l="l" r="r" t="t"/>
            <a:pathLst>
              <a:path extrusionOk="0" h="1500028" w="3966420">
                <a:moveTo>
                  <a:pt x="0" y="0"/>
                </a:moveTo>
                <a:lnTo>
                  <a:pt x="3966420" y="0"/>
                </a:lnTo>
                <a:lnTo>
                  <a:pt x="3966420" y="1500028"/>
                </a:lnTo>
                <a:lnTo>
                  <a:pt x="0" y="1500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 txBox="1"/>
          <p:nvPr/>
        </p:nvSpPr>
        <p:spPr>
          <a:xfrm>
            <a:off x="3562950" y="3962950"/>
            <a:ext cx="11162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BDF3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Onde a IA é usada atualmente</a:t>
            </a:r>
            <a:endParaRPr sz="5400">
              <a:latin typeface="Redacted"/>
              <a:ea typeface="Redacted"/>
              <a:cs typeface="Redacted"/>
              <a:sym typeface="Redacted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739589" y="755414"/>
            <a:ext cx="2808822" cy="2808822"/>
          </a:xfrm>
          <a:custGeom>
            <a:rect b="b" l="l" r="r" t="t"/>
            <a:pathLst>
              <a:path extrusionOk="0" h="2808822" w="2808822">
                <a:moveTo>
                  <a:pt x="0" y="0"/>
                </a:moveTo>
                <a:lnTo>
                  <a:pt x="2808822" y="0"/>
                </a:lnTo>
                <a:lnTo>
                  <a:pt x="2808822" y="2808822"/>
                </a:lnTo>
                <a:lnTo>
                  <a:pt x="0" y="2808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7760689" y="1771675"/>
            <a:ext cx="2766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0" u="none" cap="none" strike="noStrike">
                <a:solidFill>
                  <a:srgbClr val="BDF3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sz="7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82FD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1413751" y="2662979"/>
            <a:ext cx="1924596" cy="1392708"/>
          </a:xfrm>
          <a:custGeom>
            <a:rect b="b" l="l" r="r" t="t"/>
            <a:pathLst>
              <a:path extrusionOk="0" h="1392708" w="1924596">
                <a:moveTo>
                  <a:pt x="0" y="0"/>
                </a:moveTo>
                <a:lnTo>
                  <a:pt x="1924596" y="0"/>
                </a:lnTo>
                <a:lnTo>
                  <a:pt x="1924596" y="1392707"/>
                </a:lnTo>
                <a:lnTo>
                  <a:pt x="0" y="1392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413" y="4441825"/>
            <a:ext cx="3399276" cy="339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510471" y="4012644"/>
            <a:ext cx="3731156" cy="4611541"/>
          </a:xfrm>
          <a:custGeom>
            <a:rect b="b" l="l" r="r" t="t"/>
            <a:pathLst>
              <a:path extrusionOk="0" h="4611541" w="3731156">
                <a:moveTo>
                  <a:pt x="0" y="0"/>
                </a:moveTo>
                <a:lnTo>
                  <a:pt x="3731156" y="0"/>
                </a:lnTo>
                <a:lnTo>
                  <a:pt x="3731156" y="4611542"/>
                </a:lnTo>
                <a:lnTo>
                  <a:pt x="0" y="4611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27624" r="14847" t="0"/>
          <a:stretch/>
        </p:blipFill>
        <p:spPr>
          <a:xfrm>
            <a:off x="9882400" y="4725950"/>
            <a:ext cx="3088925" cy="30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5023080" y="4012644"/>
            <a:ext cx="3731156" cy="4611541"/>
          </a:xfrm>
          <a:custGeom>
            <a:rect b="b" l="l" r="r" t="t"/>
            <a:pathLst>
              <a:path extrusionOk="0" h="4611541" w="3731156">
                <a:moveTo>
                  <a:pt x="0" y="0"/>
                </a:moveTo>
                <a:lnTo>
                  <a:pt x="3731156" y="0"/>
                </a:lnTo>
                <a:lnTo>
                  <a:pt x="3731156" y="4611542"/>
                </a:lnTo>
                <a:lnTo>
                  <a:pt x="0" y="4611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5"/>
          <p:cNvSpPr/>
          <p:nvPr/>
        </p:nvSpPr>
        <p:spPr>
          <a:xfrm>
            <a:off x="9534726" y="4012644"/>
            <a:ext cx="3731156" cy="4611541"/>
          </a:xfrm>
          <a:custGeom>
            <a:rect b="b" l="l" r="r" t="t"/>
            <a:pathLst>
              <a:path extrusionOk="0" h="4611541" w="3731156">
                <a:moveTo>
                  <a:pt x="0" y="0"/>
                </a:moveTo>
                <a:lnTo>
                  <a:pt x="3731156" y="0"/>
                </a:lnTo>
                <a:lnTo>
                  <a:pt x="3731156" y="4611542"/>
                </a:lnTo>
                <a:lnTo>
                  <a:pt x="0" y="4611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5"/>
          <p:cNvSpPr/>
          <p:nvPr/>
        </p:nvSpPr>
        <p:spPr>
          <a:xfrm>
            <a:off x="14046373" y="4012644"/>
            <a:ext cx="3731156" cy="4611541"/>
          </a:xfrm>
          <a:custGeom>
            <a:rect b="b" l="l" r="r" t="t"/>
            <a:pathLst>
              <a:path extrusionOk="0" h="4611541" w="3731156">
                <a:moveTo>
                  <a:pt x="0" y="0"/>
                </a:moveTo>
                <a:lnTo>
                  <a:pt x="3731156" y="0"/>
                </a:lnTo>
                <a:lnTo>
                  <a:pt x="3731156" y="4611542"/>
                </a:lnTo>
                <a:lnTo>
                  <a:pt x="0" y="4611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 flipH="1">
            <a:off x="15305197" y="2800091"/>
            <a:ext cx="2151655" cy="1392708"/>
          </a:xfrm>
          <a:custGeom>
            <a:rect b="b" l="l" r="r" t="t"/>
            <a:pathLst>
              <a:path extrusionOk="0" h="1392708" w="2151655">
                <a:moveTo>
                  <a:pt x="2151655" y="0"/>
                </a:moveTo>
                <a:lnTo>
                  <a:pt x="0" y="0"/>
                </a:lnTo>
                <a:lnTo>
                  <a:pt x="0" y="1392708"/>
                </a:lnTo>
                <a:lnTo>
                  <a:pt x="2151655" y="1392708"/>
                </a:lnTo>
                <a:lnTo>
                  <a:pt x="2151655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12491" r="12484" t="0"/>
          <a:stretch/>
        </p:blipFill>
        <p:spPr>
          <a:xfrm>
            <a:off x="5378077" y="4725940"/>
            <a:ext cx="3021164" cy="302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2171684" y="723900"/>
            <a:ext cx="13944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BDF3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Onde as IAs são usadas atualmente</a:t>
            </a:r>
            <a:endParaRPr sz="9000">
              <a:solidFill>
                <a:srgbClr val="FFFFFF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10475" y="8746175"/>
            <a:ext cx="3731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Geração de texturas</a:t>
            </a:r>
            <a:endParaRPr sz="24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023113" y="8746163"/>
            <a:ext cx="3731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Geração de código</a:t>
            </a:r>
            <a:endParaRPr sz="24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9535763" y="8746163"/>
            <a:ext cx="3731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Diálogos de personagens</a:t>
            </a:r>
            <a:endParaRPr sz="24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33" name="Google Shape;133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401350" y="4830450"/>
            <a:ext cx="3021175" cy="28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3506088" y="8746175"/>
            <a:ext cx="4811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Criação de efeitos sonoros</a:t>
            </a:r>
            <a:endParaRPr sz="24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82FD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 rot="-5400000">
            <a:off x="-78422" y="4544100"/>
            <a:ext cx="6528966" cy="3573125"/>
          </a:xfrm>
          <a:custGeom>
            <a:rect b="b" l="l" r="r" t="t"/>
            <a:pathLst>
              <a:path extrusionOk="0" h="3573125" w="6528966">
                <a:moveTo>
                  <a:pt x="0" y="0"/>
                </a:moveTo>
                <a:lnTo>
                  <a:pt x="6528966" y="0"/>
                </a:lnTo>
                <a:lnTo>
                  <a:pt x="6528966" y="3573125"/>
                </a:lnTo>
                <a:lnTo>
                  <a:pt x="0" y="357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6"/>
          <p:cNvSpPr/>
          <p:nvPr/>
        </p:nvSpPr>
        <p:spPr>
          <a:xfrm rot="-5400000">
            <a:off x="5879524" y="4544100"/>
            <a:ext cx="6528966" cy="3573125"/>
          </a:xfrm>
          <a:custGeom>
            <a:rect b="b" l="l" r="r" t="t"/>
            <a:pathLst>
              <a:path extrusionOk="0" h="3573125" w="6528966">
                <a:moveTo>
                  <a:pt x="0" y="0"/>
                </a:moveTo>
                <a:lnTo>
                  <a:pt x="6528966" y="0"/>
                </a:lnTo>
                <a:lnTo>
                  <a:pt x="6528966" y="3573125"/>
                </a:lnTo>
                <a:lnTo>
                  <a:pt x="0" y="357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6"/>
          <p:cNvSpPr/>
          <p:nvPr/>
        </p:nvSpPr>
        <p:spPr>
          <a:xfrm rot="-5400000">
            <a:off x="11841042" y="4544100"/>
            <a:ext cx="6528966" cy="3573125"/>
          </a:xfrm>
          <a:custGeom>
            <a:rect b="b" l="l" r="r" t="t"/>
            <a:pathLst>
              <a:path extrusionOk="0" h="3573125" w="6528966">
                <a:moveTo>
                  <a:pt x="0" y="0"/>
                </a:moveTo>
                <a:lnTo>
                  <a:pt x="6528966" y="0"/>
                </a:lnTo>
                <a:lnTo>
                  <a:pt x="6528966" y="3573125"/>
                </a:lnTo>
                <a:lnTo>
                  <a:pt x="0" y="357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>
            <a:off x="14301351" y="6870940"/>
            <a:ext cx="1608368" cy="1245754"/>
          </a:xfrm>
          <a:custGeom>
            <a:rect b="b" l="l" r="r" t="t"/>
            <a:pathLst>
              <a:path extrusionOk="0" h="1245754" w="1608368">
                <a:moveTo>
                  <a:pt x="0" y="0"/>
                </a:moveTo>
                <a:lnTo>
                  <a:pt x="1608369" y="0"/>
                </a:lnTo>
                <a:lnTo>
                  <a:pt x="1608369" y="1245754"/>
                </a:lnTo>
                <a:lnTo>
                  <a:pt x="0" y="1245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/>
          <p:nvPr/>
        </p:nvSpPr>
        <p:spPr>
          <a:xfrm>
            <a:off x="5502451" y="5714320"/>
            <a:ext cx="1321593" cy="1232686"/>
          </a:xfrm>
          <a:custGeom>
            <a:rect b="b" l="l" r="r" t="t"/>
            <a:pathLst>
              <a:path extrusionOk="0" h="1232686" w="1321593">
                <a:moveTo>
                  <a:pt x="0" y="0"/>
                </a:moveTo>
                <a:lnTo>
                  <a:pt x="1321594" y="0"/>
                </a:lnTo>
                <a:lnTo>
                  <a:pt x="1321594" y="1232686"/>
                </a:lnTo>
                <a:lnTo>
                  <a:pt x="0" y="1232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6"/>
          <p:cNvSpPr/>
          <p:nvPr/>
        </p:nvSpPr>
        <p:spPr>
          <a:xfrm>
            <a:off x="11463970" y="5714320"/>
            <a:ext cx="1321593" cy="1232686"/>
          </a:xfrm>
          <a:custGeom>
            <a:rect b="b" l="l" r="r" t="t"/>
            <a:pathLst>
              <a:path extrusionOk="0" h="1232686" w="1321593">
                <a:moveTo>
                  <a:pt x="0" y="0"/>
                </a:moveTo>
                <a:lnTo>
                  <a:pt x="1321593" y="0"/>
                </a:lnTo>
                <a:lnTo>
                  <a:pt x="1321593" y="1232686"/>
                </a:lnTo>
                <a:lnTo>
                  <a:pt x="0" y="1232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6"/>
          <p:cNvSpPr txBox="1"/>
          <p:nvPr/>
        </p:nvSpPr>
        <p:spPr>
          <a:xfrm>
            <a:off x="7687509" y="5300091"/>
            <a:ext cx="29130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Engines</a:t>
            </a:r>
            <a:endParaRPr sz="2200">
              <a:solidFill>
                <a:srgbClr val="4D10D6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1720642" y="5300091"/>
            <a:ext cx="2918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Jogos Indie</a:t>
            </a:r>
            <a:endParaRPr sz="2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D10D6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2065029" y="3789879"/>
            <a:ext cx="2235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00" u="none" cap="none" strike="noStrike">
                <a:solidFill>
                  <a:srgbClr val="BDF3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sz="70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028301" y="3789876"/>
            <a:ext cx="2235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0">
                <a:solidFill>
                  <a:srgbClr val="BDF3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02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3987994" y="3789876"/>
            <a:ext cx="2235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7000">
                <a:solidFill>
                  <a:srgbClr val="BDF3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03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3789256" y="5300091"/>
            <a:ext cx="26325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Jogos AAA</a:t>
            </a:r>
            <a:endParaRPr sz="2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D10D6"/>
              </a:solidFill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485463" y="6871176"/>
            <a:ext cx="1401165" cy="1245284"/>
          </a:xfrm>
          <a:custGeom>
            <a:rect b="b" l="l" r="r" t="t"/>
            <a:pathLst>
              <a:path extrusionOk="0" h="604507" w="680177">
                <a:moveTo>
                  <a:pt x="0" y="0"/>
                </a:moveTo>
                <a:lnTo>
                  <a:pt x="680177" y="0"/>
                </a:lnTo>
                <a:lnTo>
                  <a:pt x="680177" y="604508"/>
                </a:lnTo>
                <a:lnTo>
                  <a:pt x="0" y="604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6"/>
          <p:cNvSpPr txBox="1"/>
          <p:nvPr/>
        </p:nvSpPr>
        <p:spPr>
          <a:xfrm>
            <a:off x="2171684" y="723900"/>
            <a:ext cx="139446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400">
                <a:solidFill>
                  <a:srgbClr val="BDF3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Onde as IAs são usadas atualmente</a:t>
            </a:r>
            <a:endParaRPr sz="9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BDF3FF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824313" y="6474325"/>
            <a:ext cx="639394" cy="2328917"/>
          </a:xfrm>
          <a:custGeom>
            <a:rect b="b" l="l" r="r" t="t"/>
            <a:pathLst>
              <a:path extrusionOk="0" h="838494" w="230205">
                <a:moveTo>
                  <a:pt x="0" y="0"/>
                </a:moveTo>
                <a:lnTo>
                  <a:pt x="230205" y="0"/>
                </a:lnTo>
                <a:lnTo>
                  <a:pt x="230205" y="838494"/>
                </a:lnTo>
                <a:lnTo>
                  <a:pt x="0" y="838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82FD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9200832" y="8878953"/>
            <a:ext cx="9330431" cy="1408047"/>
          </a:xfrm>
          <a:custGeom>
            <a:rect b="b" l="l" r="r" t="t"/>
            <a:pathLst>
              <a:path extrusionOk="0" h="1408047" w="9330431">
                <a:moveTo>
                  <a:pt x="0" y="0"/>
                </a:moveTo>
                <a:lnTo>
                  <a:pt x="9330432" y="0"/>
                </a:lnTo>
                <a:lnTo>
                  <a:pt x="9330432" y="1408047"/>
                </a:lnTo>
                <a:lnTo>
                  <a:pt x="0" y="1408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7"/>
          <p:cNvSpPr/>
          <p:nvPr/>
        </p:nvSpPr>
        <p:spPr>
          <a:xfrm>
            <a:off x="0" y="8878953"/>
            <a:ext cx="9330431" cy="1408047"/>
          </a:xfrm>
          <a:custGeom>
            <a:rect b="b" l="l" r="r" t="t"/>
            <a:pathLst>
              <a:path extrusionOk="0" h="1408047" w="9330431">
                <a:moveTo>
                  <a:pt x="0" y="0"/>
                </a:moveTo>
                <a:lnTo>
                  <a:pt x="9330431" y="0"/>
                </a:lnTo>
                <a:lnTo>
                  <a:pt x="9330431" y="1408047"/>
                </a:lnTo>
                <a:lnTo>
                  <a:pt x="0" y="1408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7"/>
          <p:cNvSpPr/>
          <p:nvPr/>
        </p:nvSpPr>
        <p:spPr>
          <a:xfrm>
            <a:off x="10036009" y="5617418"/>
            <a:ext cx="4989946" cy="3765141"/>
          </a:xfrm>
          <a:custGeom>
            <a:rect b="b" l="l" r="r" t="t"/>
            <a:pathLst>
              <a:path extrusionOk="0" h="3765141" w="4989946">
                <a:moveTo>
                  <a:pt x="0" y="0"/>
                </a:moveTo>
                <a:lnTo>
                  <a:pt x="4989946" y="0"/>
                </a:lnTo>
                <a:lnTo>
                  <a:pt x="4989946" y="3765141"/>
                </a:lnTo>
                <a:lnTo>
                  <a:pt x="0" y="3765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7"/>
          <p:cNvSpPr/>
          <p:nvPr/>
        </p:nvSpPr>
        <p:spPr>
          <a:xfrm>
            <a:off x="4730925" y="3795474"/>
            <a:ext cx="2808435" cy="5616870"/>
          </a:xfrm>
          <a:custGeom>
            <a:rect b="b" l="l" r="r" t="t"/>
            <a:pathLst>
              <a:path extrusionOk="0" h="1255868" w="627934">
                <a:moveTo>
                  <a:pt x="0" y="0"/>
                </a:moveTo>
                <a:lnTo>
                  <a:pt x="627934" y="0"/>
                </a:lnTo>
                <a:lnTo>
                  <a:pt x="627934" y="1255867"/>
                </a:lnTo>
                <a:lnTo>
                  <a:pt x="0" y="1255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7"/>
          <p:cNvSpPr/>
          <p:nvPr/>
        </p:nvSpPr>
        <p:spPr>
          <a:xfrm rot="2700000">
            <a:off x="4585802" y="4374184"/>
            <a:ext cx="1322328" cy="1233371"/>
          </a:xfrm>
          <a:custGeom>
            <a:rect b="b" l="l" r="r" t="t"/>
            <a:pathLst>
              <a:path extrusionOk="0" h="1232686" w="1321593">
                <a:moveTo>
                  <a:pt x="0" y="0"/>
                </a:moveTo>
                <a:lnTo>
                  <a:pt x="1321593" y="0"/>
                </a:lnTo>
                <a:lnTo>
                  <a:pt x="1321593" y="1232686"/>
                </a:lnTo>
                <a:lnTo>
                  <a:pt x="0" y="1232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7"/>
          <p:cNvSpPr/>
          <p:nvPr/>
        </p:nvSpPr>
        <p:spPr>
          <a:xfrm>
            <a:off x="463901" y="2254899"/>
            <a:ext cx="4990019" cy="2202799"/>
          </a:xfrm>
          <a:custGeom>
            <a:rect b="b" l="l" r="r" t="t"/>
            <a:pathLst>
              <a:path extrusionOk="0" h="2461228" w="5308531">
                <a:moveTo>
                  <a:pt x="0" y="0"/>
                </a:moveTo>
                <a:lnTo>
                  <a:pt x="5308531" y="0"/>
                </a:lnTo>
                <a:lnTo>
                  <a:pt x="5308531" y="2461228"/>
                </a:lnTo>
                <a:lnTo>
                  <a:pt x="0" y="2461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7"/>
          <p:cNvSpPr txBox="1"/>
          <p:nvPr/>
        </p:nvSpPr>
        <p:spPr>
          <a:xfrm>
            <a:off x="1170387" y="831619"/>
            <a:ext cx="1585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1129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Nossa pesquisa</a:t>
            </a:r>
            <a:endParaRPr sz="5400">
              <a:solidFill>
                <a:srgbClr val="1129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894450" y="2885304"/>
            <a:ext cx="41289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29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Como as ferramentas atuais irão evoluir?</a:t>
            </a:r>
            <a:endParaRPr sz="1800">
              <a:solidFill>
                <a:srgbClr val="1129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13655028" y="891575"/>
            <a:ext cx="1993737" cy="1993737"/>
          </a:xfrm>
          <a:custGeom>
            <a:rect b="b" l="l" r="r" t="t"/>
            <a:pathLst>
              <a:path extrusionOk="0" h="1993737" w="1993737">
                <a:moveTo>
                  <a:pt x="0" y="0"/>
                </a:moveTo>
                <a:lnTo>
                  <a:pt x="1993737" y="0"/>
                </a:lnTo>
                <a:lnTo>
                  <a:pt x="1993737" y="1993738"/>
                </a:lnTo>
                <a:lnTo>
                  <a:pt x="0" y="1993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7"/>
          <p:cNvSpPr/>
          <p:nvPr/>
        </p:nvSpPr>
        <p:spPr>
          <a:xfrm>
            <a:off x="9716973" y="6644333"/>
            <a:ext cx="1194863" cy="2738227"/>
          </a:xfrm>
          <a:custGeom>
            <a:rect b="b" l="l" r="r" t="t"/>
            <a:pathLst>
              <a:path extrusionOk="0" h="2738227" w="1194863">
                <a:moveTo>
                  <a:pt x="0" y="0"/>
                </a:moveTo>
                <a:lnTo>
                  <a:pt x="1194862" y="0"/>
                </a:lnTo>
                <a:lnTo>
                  <a:pt x="1194862" y="2738226"/>
                </a:lnTo>
                <a:lnTo>
                  <a:pt x="0" y="2738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7"/>
          <p:cNvSpPr/>
          <p:nvPr/>
        </p:nvSpPr>
        <p:spPr>
          <a:xfrm>
            <a:off x="4572001" y="5719324"/>
            <a:ext cx="4990019" cy="2202799"/>
          </a:xfrm>
          <a:custGeom>
            <a:rect b="b" l="l" r="r" t="t"/>
            <a:pathLst>
              <a:path extrusionOk="0" h="2461228" w="5308531">
                <a:moveTo>
                  <a:pt x="0" y="0"/>
                </a:moveTo>
                <a:lnTo>
                  <a:pt x="5308531" y="0"/>
                </a:lnTo>
                <a:lnTo>
                  <a:pt x="5308531" y="2461228"/>
                </a:lnTo>
                <a:lnTo>
                  <a:pt x="0" y="2461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7"/>
          <p:cNvSpPr/>
          <p:nvPr/>
        </p:nvSpPr>
        <p:spPr>
          <a:xfrm>
            <a:off x="13455334" y="1188084"/>
            <a:ext cx="4667364" cy="1697223"/>
          </a:xfrm>
          <a:custGeom>
            <a:rect b="b" l="l" r="r" t="t"/>
            <a:pathLst>
              <a:path extrusionOk="0" h="1697223" w="4667364">
                <a:moveTo>
                  <a:pt x="0" y="0"/>
                </a:moveTo>
                <a:lnTo>
                  <a:pt x="4667364" y="0"/>
                </a:lnTo>
                <a:lnTo>
                  <a:pt x="4667364" y="1697223"/>
                </a:lnTo>
                <a:lnTo>
                  <a:pt x="0" y="1697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7"/>
          <p:cNvSpPr txBox="1"/>
          <p:nvPr/>
        </p:nvSpPr>
        <p:spPr>
          <a:xfrm>
            <a:off x="5002574" y="6259715"/>
            <a:ext cx="41289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29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Quais tecnologias futuras poderão ser integradas aos jogos?</a:t>
            </a:r>
            <a:endParaRPr sz="1800">
              <a:solidFill>
                <a:srgbClr val="1129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665001" y="2254899"/>
            <a:ext cx="4990019" cy="2202799"/>
          </a:xfrm>
          <a:custGeom>
            <a:rect b="b" l="l" r="r" t="t"/>
            <a:pathLst>
              <a:path extrusionOk="0" h="2461228" w="5308531">
                <a:moveTo>
                  <a:pt x="0" y="0"/>
                </a:moveTo>
                <a:lnTo>
                  <a:pt x="5308531" y="0"/>
                </a:lnTo>
                <a:lnTo>
                  <a:pt x="5308531" y="2461228"/>
                </a:lnTo>
                <a:lnTo>
                  <a:pt x="0" y="2461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7"/>
          <p:cNvSpPr/>
          <p:nvPr/>
        </p:nvSpPr>
        <p:spPr>
          <a:xfrm rot="-2700000">
            <a:off x="8245836" y="4450734"/>
            <a:ext cx="1322328" cy="1233371"/>
          </a:xfrm>
          <a:custGeom>
            <a:rect b="b" l="l" r="r" t="t"/>
            <a:pathLst>
              <a:path extrusionOk="0" h="1232686" w="1321593">
                <a:moveTo>
                  <a:pt x="0" y="0"/>
                </a:moveTo>
                <a:lnTo>
                  <a:pt x="1321593" y="0"/>
                </a:lnTo>
                <a:lnTo>
                  <a:pt x="1321593" y="1232686"/>
                </a:lnTo>
                <a:lnTo>
                  <a:pt x="0" y="1232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7"/>
          <p:cNvSpPr txBox="1"/>
          <p:nvPr/>
        </p:nvSpPr>
        <p:spPr>
          <a:xfrm>
            <a:off x="9095557" y="2732890"/>
            <a:ext cx="41289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29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Quais tecnologias os jogadores querem implementadas?</a:t>
            </a:r>
            <a:endParaRPr sz="1800">
              <a:solidFill>
                <a:srgbClr val="1129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2766826" y="5719324"/>
            <a:ext cx="4990019" cy="2202799"/>
          </a:xfrm>
          <a:custGeom>
            <a:rect b="b" l="l" r="r" t="t"/>
            <a:pathLst>
              <a:path extrusionOk="0" h="2461228" w="5308531">
                <a:moveTo>
                  <a:pt x="0" y="0"/>
                </a:moveTo>
                <a:lnTo>
                  <a:pt x="5308531" y="0"/>
                </a:lnTo>
                <a:lnTo>
                  <a:pt x="5308531" y="2461228"/>
                </a:lnTo>
                <a:lnTo>
                  <a:pt x="0" y="2461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7"/>
          <p:cNvSpPr txBox="1"/>
          <p:nvPr/>
        </p:nvSpPr>
        <p:spPr>
          <a:xfrm>
            <a:off x="13197399" y="6335915"/>
            <a:ext cx="41289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29A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Como essas ferramentas irão impactar os jogos?</a:t>
            </a:r>
            <a:endParaRPr sz="1800">
              <a:solidFill>
                <a:srgbClr val="1129A6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6" name="Google Shape;176;p17"/>
          <p:cNvSpPr/>
          <p:nvPr/>
        </p:nvSpPr>
        <p:spPr>
          <a:xfrm rot="2700000">
            <a:off x="12738002" y="4388734"/>
            <a:ext cx="1322328" cy="1233371"/>
          </a:xfrm>
          <a:custGeom>
            <a:rect b="b" l="l" r="r" t="t"/>
            <a:pathLst>
              <a:path extrusionOk="0" h="1232686" w="1321593">
                <a:moveTo>
                  <a:pt x="0" y="0"/>
                </a:moveTo>
                <a:lnTo>
                  <a:pt x="1321593" y="0"/>
                </a:lnTo>
                <a:lnTo>
                  <a:pt x="1321593" y="1232686"/>
                </a:lnTo>
                <a:lnTo>
                  <a:pt x="0" y="1232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9A6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-186431" y="8878953"/>
            <a:ext cx="9483216" cy="1431103"/>
          </a:xfrm>
          <a:custGeom>
            <a:rect b="b" l="l" r="r" t="t"/>
            <a:pathLst>
              <a:path extrusionOk="0" h="1431103" w="9483216">
                <a:moveTo>
                  <a:pt x="0" y="0"/>
                </a:moveTo>
                <a:lnTo>
                  <a:pt x="9483215" y="0"/>
                </a:lnTo>
                <a:lnTo>
                  <a:pt x="9483215" y="1431104"/>
                </a:lnTo>
                <a:lnTo>
                  <a:pt x="0" y="1431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8"/>
          <p:cNvSpPr/>
          <p:nvPr/>
        </p:nvSpPr>
        <p:spPr>
          <a:xfrm>
            <a:off x="9107300" y="8878953"/>
            <a:ext cx="9483216" cy="1431103"/>
          </a:xfrm>
          <a:custGeom>
            <a:rect b="b" l="l" r="r" t="t"/>
            <a:pathLst>
              <a:path extrusionOk="0" h="1431103" w="9483216">
                <a:moveTo>
                  <a:pt x="0" y="0"/>
                </a:moveTo>
                <a:lnTo>
                  <a:pt x="9483216" y="0"/>
                </a:lnTo>
                <a:lnTo>
                  <a:pt x="9483216" y="1431104"/>
                </a:lnTo>
                <a:lnTo>
                  <a:pt x="0" y="1431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8"/>
          <p:cNvSpPr/>
          <p:nvPr/>
        </p:nvSpPr>
        <p:spPr>
          <a:xfrm>
            <a:off x="13212700" y="3069600"/>
            <a:ext cx="4667364" cy="1697223"/>
          </a:xfrm>
          <a:custGeom>
            <a:rect b="b" l="l" r="r" t="t"/>
            <a:pathLst>
              <a:path extrusionOk="0" h="1697223" w="4667364">
                <a:moveTo>
                  <a:pt x="0" y="0"/>
                </a:moveTo>
                <a:lnTo>
                  <a:pt x="4667364" y="0"/>
                </a:lnTo>
                <a:lnTo>
                  <a:pt x="4667364" y="1697224"/>
                </a:lnTo>
                <a:lnTo>
                  <a:pt x="0" y="1697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8"/>
          <p:cNvSpPr/>
          <p:nvPr/>
        </p:nvSpPr>
        <p:spPr>
          <a:xfrm>
            <a:off x="14630400" y="7522484"/>
            <a:ext cx="3657600" cy="1622644"/>
          </a:xfrm>
          <a:custGeom>
            <a:rect b="b" l="l" r="r" t="t"/>
            <a:pathLst>
              <a:path extrusionOk="0" h="1622644" w="3657600">
                <a:moveTo>
                  <a:pt x="0" y="0"/>
                </a:moveTo>
                <a:lnTo>
                  <a:pt x="3657600" y="0"/>
                </a:lnTo>
                <a:lnTo>
                  <a:pt x="3657600" y="1622644"/>
                </a:lnTo>
                <a:lnTo>
                  <a:pt x="0" y="1622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8"/>
          <p:cNvSpPr/>
          <p:nvPr/>
        </p:nvSpPr>
        <p:spPr>
          <a:xfrm>
            <a:off x="8956425" y="4551400"/>
            <a:ext cx="6866120" cy="3724517"/>
          </a:xfrm>
          <a:custGeom>
            <a:rect b="b" l="l" r="r" t="t"/>
            <a:pathLst>
              <a:path extrusionOk="0" h="5339809" w="10023533">
                <a:moveTo>
                  <a:pt x="0" y="0"/>
                </a:moveTo>
                <a:lnTo>
                  <a:pt x="10023532" y="0"/>
                </a:lnTo>
                <a:lnTo>
                  <a:pt x="10023532" y="5339810"/>
                </a:lnTo>
                <a:lnTo>
                  <a:pt x="0" y="5339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8"/>
          <p:cNvSpPr txBox="1"/>
          <p:nvPr/>
        </p:nvSpPr>
        <p:spPr>
          <a:xfrm>
            <a:off x="9133439" y="5576208"/>
            <a:ext cx="6512100" cy="16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Prever como os jogos do futuro serão feitos</a:t>
            </a:r>
            <a:endParaRPr sz="3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13212700" y="7963553"/>
            <a:ext cx="907402" cy="1630951"/>
          </a:xfrm>
          <a:custGeom>
            <a:rect b="b" l="l" r="r" t="t"/>
            <a:pathLst>
              <a:path extrusionOk="0" h="1630951" w="907402">
                <a:moveTo>
                  <a:pt x="0" y="0"/>
                </a:moveTo>
                <a:lnTo>
                  <a:pt x="907402" y="0"/>
                </a:lnTo>
                <a:lnTo>
                  <a:pt x="907402" y="1630952"/>
                </a:lnTo>
                <a:lnTo>
                  <a:pt x="0" y="1630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8"/>
          <p:cNvSpPr/>
          <p:nvPr/>
        </p:nvSpPr>
        <p:spPr>
          <a:xfrm>
            <a:off x="788692" y="1190984"/>
            <a:ext cx="6210115" cy="2167895"/>
          </a:xfrm>
          <a:custGeom>
            <a:rect b="b" l="l" r="r" t="t"/>
            <a:pathLst>
              <a:path extrusionOk="0" h="2167895" w="6210115">
                <a:moveTo>
                  <a:pt x="0" y="0"/>
                </a:moveTo>
                <a:lnTo>
                  <a:pt x="6210115" y="0"/>
                </a:lnTo>
                <a:lnTo>
                  <a:pt x="6210115" y="2167895"/>
                </a:lnTo>
                <a:lnTo>
                  <a:pt x="0" y="2167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8"/>
          <p:cNvSpPr/>
          <p:nvPr/>
        </p:nvSpPr>
        <p:spPr>
          <a:xfrm>
            <a:off x="2430663" y="1840725"/>
            <a:ext cx="6866120" cy="3724517"/>
          </a:xfrm>
          <a:custGeom>
            <a:rect b="b" l="l" r="r" t="t"/>
            <a:pathLst>
              <a:path extrusionOk="0" h="5339809" w="10023533">
                <a:moveTo>
                  <a:pt x="0" y="0"/>
                </a:moveTo>
                <a:lnTo>
                  <a:pt x="10023532" y="0"/>
                </a:lnTo>
                <a:lnTo>
                  <a:pt x="10023532" y="5339810"/>
                </a:lnTo>
                <a:lnTo>
                  <a:pt x="0" y="5339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8"/>
          <p:cNvSpPr/>
          <p:nvPr/>
        </p:nvSpPr>
        <p:spPr>
          <a:xfrm>
            <a:off x="3741183" y="7522484"/>
            <a:ext cx="2303315" cy="1474121"/>
          </a:xfrm>
          <a:custGeom>
            <a:rect b="b" l="l" r="r" t="t"/>
            <a:pathLst>
              <a:path extrusionOk="0" h="1474121" w="2303315">
                <a:moveTo>
                  <a:pt x="0" y="0"/>
                </a:moveTo>
                <a:lnTo>
                  <a:pt x="2303315" y="0"/>
                </a:lnTo>
                <a:lnTo>
                  <a:pt x="2303315" y="1474121"/>
                </a:lnTo>
                <a:lnTo>
                  <a:pt x="0" y="14741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8"/>
          <p:cNvSpPr txBox="1"/>
          <p:nvPr/>
        </p:nvSpPr>
        <p:spPr>
          <a:xfrm>
            <a:off x="2607664" y="2865533"/>
            <a:ext cx="6512100" cy="16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D10D6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Prever como serão os jogos do futuro</a:t>
            </a:r>
            <a:endParaRPr sz="320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-334050" y="4703796"/>
            <a:ext cx="4075233" cy="4075233"/>
          </a:xfrm>
          <a:custGeom>
            <a:rect b="b" l="l" r="r" t="t"/>
            <a:pathLst>
              <a:path extrusionOk="0" h="4075233" w="4075233">
                <a:moveTo>
                  <a:pt x="0" y="0"/>
                </a:moveTo>
                <a:lnTo>
                  <a:pt x="4075233" y="0"/>
                </a:lnTo>
                <a:lnTo>
                  <a:pt x="4075233" y="4075233"/>
                </a:lnTo>
                <a:lnTo>
                  <a:pt x="0" y="40752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8"/>
          <p:cNvSpPr txBox="1"/>
          <p:nvPr/>
        </p:nvSpPr>
        <p:spPr>
          <a:xfrm>
            <a:off x="1170387" y="831619"/>
            <a:ext cx="1585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F6DB6E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Nosso Objetivo</a:t>
            </a:r>
            <a:endParaRPr sz="5400">
              <a:solidFill>
                <a:srgbClr val="F6DB6E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A882FD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/>
        </p:nvSpPr>
        <p:spPr>
          <a:xfrm>
            <a:off x="937234" y="985082"/>
            <a:ext cx="5059131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</a:t>
            </a:r>
            <a:endParaRPr/>
          </a:p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37234" y="6820909"/>
            <a:ext cx="4562498" cy="221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these design resources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forget to delete this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before presenting. 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299832" y="7087113"/>
            <a:ext cx="1124951" cy="707697"/>
          </a:xfrm>
          <a:custGeom>
            <a:rect b="b" l="l" r="r" t="t"/>
            <a:pathLst>
              <a:path extrusionOk="0" h="707697" w="1124951">
                <a:moveTo>
                  <a:pt x="0" y="0"/>
                </a:moveTo>
                <a:lnTo>
                  <a:pt x="1124951" y="0"/>
                </a:lnTo>
                <a:lnTo>
                  <a:pt x="1124951" y="707696"/>
                </a:lnTo>
                <a:lnTo>
                  <a:pt x="0" y="707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9"/>
          <p:cNvSpPr/>
          <p:nvPr/>
        </p:nvSpPr>
        <p:spPr>
          <a:xfrm>
            <a:off x="15845819" y="5814489"/>
            <a:ext cx="710313" cy="608286"/>
          </a:xfrm>
          <a:custGeom>
            <a:rect b="b" l="l" r="r" t="t"/>
            <a:pathLst>
              <a:path extrusionOk="0" h="608286" w="710313">
                <a:moveTo>
                  <a:pt x="0" y="0"/>
                </a:moveTo>
                <a:lnTo>
                  <a:pt x="710313" y="0"/>
                </a:lnTo>
                <a:lnTo>
                  <a:pt x="710313" y="608286"/>
                </a:lnTo>
                <a:lnTo>
                  <a:pt x="0" y="6082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9"/>
          <p:cNvSpPr/>
          <p:nvPr/>
        </p:nvSpPr>
        <p:spPr>
          <a:xfrm>
            <a:off x="8922181" y="4797818"/>
            <a:ext cx="2099808" cy="316880"/>
          </a:xfrm>
          <a:custGeom>
            <a:rect b="b" l="l" r="r" t="t"/>
            <a:pathLst>
              <a:path extrusionOk="0" h="316880" w="2099808">
                <a:moveTo>
                  <a:pt x="0" y="0"/>
                </a:moveTo>
                <a:lnTo>
                  <a:pt x="2099808" y="0"/>
                </a:lnTo>
                <a:lnTo>
                  <a:pt x="2099808" y="316880"/>
                </a:lnTo>
                <a:lnTo>
                  <a:pt x="0" y="316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9"/>
          <p:cNvSpPr/>
          <p:nvPr/>
        </p:nvSpPr>
        <p:spPr>
          <a:xfrm>
            <a:off x="11255076" y="4784304"/>
            <a:ext cx="1801419" cy="343907"/>
          </a:xfrm>
          <a:custGeom>
            <a:rect b="b" l="l" r="r" t="t"/>
            <a:pathLst>
              <a:path extrusionOk="0" h="343907" w="1801419">
                <a:moveTo>
                  <a:pt x="0" y="0"/>
                </a:moveTo>
                <a:lnTo>
                  <a:pt x="1801419" y="0"/>
                </a:lnTo>
                <a:lnTo>
                  <a:pt x="1801419" y="343908"/>
                </a:lnTo>
                <a:lnTo>
                  <a:pt x="0" y="343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9"/>
          <p:cNvSpPr/>
          <p:nvPr/>
        </p:nvSpPr>
        <p:spPr>
          <a:xfrm>
            <a:off x="6202181" y="4621812"/>
            <a:ext cx="1131971" cy="668892"/>
          </a:xfrm>
          <a:custGeom>
            <a:rect b="b" l="l" r="r" t="t"/>
            <a:pathLst>
              <a:path extrusionOk="0" h="668892" w="1131971">
                <a:moveTo>
                  <a:pt x="0" y="0"/>
                </a:moveTo>
                <a:lnTo>
                  <a:pt x="1131970" y="0"/>
                </a:lnTo>
                <a:lnTo>
                  <a:pt x="1131970" y="668892"/>
                </a:lnTo>
                <a:lnTo>
                  <a:pt x="0" y="668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9"/>
          <p:cNvSpPr/>
          <p:nvPr/>
        </p:nvSpPr>
        <p:spPr>
          <a:xfrm>
            <a:off x="10904275" y="7035282"/>
            <a:ext cx="843566" cy="811357"/>
          </a:xfrm>
          <a:custGeom>
            <a:rect b="b" l="l" r="r" t="t"/>
            <a:pathLst>
              <a:path extrusionOk="0" h="811357" w="843566">
                <a:moveTo>
                  <a:pt x="0" y="0"/>
                </a:moveTo>
                <a:lnTo>
                  <a:pt x="843567" y="0"/>
                </a:lnTo>
                <a:lnTo>
                  <a:pt x="843567" y="811358"/>
                </a:lnTo>
                <a:lnTo>
                  <a:pt x="0" y="81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9"/>
          <p:cNvSpPr/>
          <p:nvPr/>
        </p:nvSpPr>
        <p:spPr>
          <a:xfrm>
            <a:off x="12380518" y="7237765"/>
            <a:ext cx="876533" cy="406393"/>
          </a:xfrm>
          <a:custGeom>
            <a:rect b="b" l="l" r="r" t="t"/>
            <a:pathLst>
              <a:path extrusionOk="0" h="406393" w="876533">
                <a:moveTo>
                  <a:pt x="0" y="0"/>
                </a:moveTo>
                <a:lnTo>
                  <a:pt x="876533" y="0"/>
                </a:lnTo>
                <a:lnTo>
                  <a:pt x="876533" y="406392"/>
                </a:lnTo>
                <a:lnTo>
                  <a:pt x="0" y="406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9"/>
          <p:cNvSpPr/>
          <p:nvPr/>
        </p:nvSpPr>
        <p:spPr>
          <a:xfrm>
            <a:off x="9533808" y="7051532"/>
            <a:ext cx="737790" cy="778857"/>
          </a:xfrm>
          <a:custGeom>
            <a:rect b="b" l="l" r="r" t="t"/>
            <a:pathLst>
              <a:path extrusionOk="0" h="778857" w="737790">
                <a:moveTo>
                  <a:pt x="0" y="0"/>
                </a:moveTo>
                <a:lnTo>
                  <a:pt x="737791" y="0"/>
                </a:lnTo>
                <a:lnTo>
                  <a:pt x="737791" y="778857"/>
                </a:lnTo>
                <a:lnTo>
                  <a:pt x="0" y="7788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9"/>
          <p:cNvSpPr/>
          <p:nvPr/>
        </p:nvSpPr>
        <p:spPr>
          <a:xfrm>
            <a:off x="8057460" y="7130336"/>
            <a:ext cx="843672" cy="621249"/>
          </a:xfrm>
          <a:custGeom>
            <a:rect b="b" l="l" r="r" t="t"/>
            <a:pathLst>
              <a:path extrusionOk="0" h="621249" w="843672">
                <a:moveTo>
                  <a:pt x="0" y="0"/>
                </a:moveTo>
                <a:lnTo>
                  <a:pt x="843672" y="0"/>
                </a:lnTo>
                <a:lnTo>
                  <a:pt x="843672" y="621250"/>
                </a:lnTo>
                <a:lnTo>
                  <a:pt x="0" y="621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9"/>
          <p:cNvSpPr/>
          <p:nvPr/>
        </p:nvSpPr>
        <p:spPr>
          <a:xfrm>
            <a:off x="15713813" y="4813145"/>
            <a:ext cx="1896679" cy="286226"/>
          </a:xfrm>
          <a:custGeom>
            <a:rect b="b" l="l" r="r" t="t"/>
            <a:pathLst>
              <a:path extrusionOk="0" h="286226" w="1896679">
                <a:moveTo>
                  <a:pt x="0" y="0"/>
                </a:moveTo>
                <a:lnTo>
                  <a:pt x="1896679" y="0"/>
                </a:lnTo>
                <a:lnTo>
                  <a:pt x="1896679" y="286226"/>
                </a:lnTo>
                <a:lnTo>
                  <a:pt x="0" y="286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9"/>
          <p:cNvSpPr/>
          <p:nvPr/>
        </p:nvSpPr>
        <p:spPr>
          <a:xfrm>
            <a:off x="13289583" y="4790926"/>
            <a:ext cx="2191143" cy="330663"/>
          </a:xfrm>
          <a:custGeom>
            <a:rect b="b" l="l" r="r" t="t"/>
            <a:pathLst>
              <a:path extrusionOk="0" h="330663" w="2191143">
                <a:moveTo>
                  <a:pt x="0" y="0"/>
                </a:moveTo>
                <a:lnTo>
                  <a:pt x="2191142" y="0"/>
                </a:lnTo>
                <a:lnTo>
                  <a:pt x="2191142" y="330664"/>
                </a:lnTo>
                <a:lnTo>
                  <a:pt x="0" y="330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19"/>
          <p:cNvSpPr/>
          <p:nvPr/>
        </p:nvSpPr>
        <p:spPr>
          <a:xfrm>
            <a:off x="7567239" y="4720668"/>
            <a:ext cx="1121855" cy="471179"/>
          </a:xfrm>
          <a:custGeom>
            <a:rect b="b" l="l" r="r" t="t"/>
            <a:pathLst>
              <a:path extrusionOk="0" h="471179" w="1121855">
                <a:moveTo>
                  <a:pt x="0" y="0"/>
                </a:moveTo>
                <a:lnTo>
                  <a:pt x="1121854" y="0"/>
                </a:lnTo>
                <a:lnTo>
                  <a:pt x="1121854" y="471180"/>
                </a:lnTo>
                <a:lnTo>
                  <a:pt x="0" y="471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8910686" y="5805388"/>
            <a:ext cx="1280926" cy="626490"/>
          </a:xfrm>
          <a:custGeom>
            <a:rect b="b" l="l" r="r" t="t"/>
            <a:pathLst>
              <a:path extrusionOk="0" h="626490" w="1280926">
                <a:moveTo>
                  <a:pt x="0" y="0"/>
                </a:moveTo>
                <a:lnTo>
                  <a:pt x="1280927" y="0"/>
                </a:lnTo>
                <a:lnTo>
                  <a:pt x="1280927" y="626489"/>
                </a:lnTo>
                <a:lnTo>
                  <a:pt x="0" y="626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9"/>
          <p:cNvSpPr/>
          <p:nvPr/>
        </p:nvSpPr>
        <p:spPr>
          <a:xfrm>
            <a:off x="12524057" y="5528741"/>
            <a:ext cx="628503" cy="1179783"/>
          </a:xfrm>
          <a:custGeom>
            <a:rect b="b" l="l" r="r" t="t"/>
            <a:pathLst>
              <a:path extrusionOk="0" h="1179783" w="628503">
                <a:moveTo>
                  <a:pt x="0" y="0"/>
                </a:moveTo>
                <a:lnTo>
                  <a:pt x="628503" y="0"/>
                </a:lnTo>
                <a:lnTo>
                  <a:pt x="628503" y="1179783"/>
                </a:lnTo>
                <a:lnTo>
                  <a:pt x="0" y="117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9"/>
          <p:cNvSpPr/>
          <p:nvPr/>
        </p:nvSpPr>
        <p:spPr>
          <a:xfrm>
            <a:off x="17024379" y="5709979"/>
            <a:ext cx="408653" cy="817306"/>
          </a:xfrm>
          <a:custGeom>
            <a:rect b="b" l="l" r="r" t="t"/>
            <a:pathLst>
              <a:path extrusionOk="0" h="817306" w="408653">
                <a:moveTo>
                  <a:pt x="0" y="0"/>
                </a:moveTo>
                <a:lnTo>
                  <a:pt x="408653" y="0"/>
                </a:lnTo>
                <a:lnTo>
                  <a:pt x="408653" y="817306"/>
                </a:lnTo>
                <a:lnTo>
                  <a:pt x="0" y="817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9"/>
          <p:cNvSpPr/>
          <p:nvPr/>
        </p:nvSpPr>
        <p:spPr>
          <a:xfrm>
            <a:off x="11755063" y="5666691"/>
            <a:ext cx="300747" cy="903883"/>
          </a:xfrm>
          <a:custGeom>
            <a:rect b="b" l="l" r="r" t="t"/>
            <a:pathLst>
              <a:path extrusionOk="0" h="903883" w="300747">
                <a:moveTo>
                  <a:pt x="0" y="0"/>
                </a:moveTo>
                <a:lnTo>
                  <a:pt x="300746" y="0"/>
                </a:lnTo>
                <a:lnTo>
                  <a:pt x="300746" y="903883"/>
                </a:lnTo>
                <a:lnTo>
                  <a:pt x="0" y="903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9"/>
          <p:cNvSpPr/>
          <p:nvPr/>
        </p:nvSpPr>
        <p:spPr>
          <a:xfrm>
            <a:off x="14438672" y="5662839"/>
            <a:ext cx="938899" cy="911586"/>
          </a:xfrm>
          <a:custGeom>
            <a:rect b="b" l="l" r="r" t="t"/>
            <a:pathLst>
              <a:path extrusionOk="0" h="911586" w="938899">
                <a:moveTo>
                  <a:pt x="0" y="0"/>
                </a:moveTo>
                <a:lnTo>
                  <a:pt x="938900" y="0"/>
                </a:lnTo>
                <a:lnTo>
                  <a:pt x="938900" y="911586"/>
                </a:lnTo>
                <a:lnTo>
                  <a:pt x="0" y="911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9"/>
          <p:cNvSpPr/>
          <p:nvPr/>
        </p:nvSpPr>
        <p:spPr>
          <a:xfrm>
            <a:off x="13620807" y="5535936"/>
            <a:ext cx="349618" cy="1165393"/>
          </a:xfrm>
          <a:custGeom>
            <a:rect b="b" l="l" r="r" t="t"/>
            <a:pathLst>
              <a:path extrusionOk="0" h="1165393" w="349618">
                <a:moveTo>
                  <a:pt x="0" y="0"/>
                </a:moveTo>
                <a:lnTo>
                  <a:pt x="349618" y="0"/>
                </a:lnTo>
                <a:lnTo>
                  <a:pt x="349618" y="1165393"/>
                </a:lnTo>
                <a:lnTo>
                  <a:pt x="0" y="11653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9"/>
          <p:cNvSpPr/>
          <p:nvPr/>
        </p:nvSpPr>
        <p:spPr>
          <a:xfrm>
            <a:off x="10659860" y="5722281"/>
            <a:ext cx="626956" cy="792703"/>
          </a:xfrm>
          <a:custGeom>
            <a:rect b="b" l="l" r="r" t="t"/>
            <a:pathLst>
              <a:path extrusionOk="0" h="792703" w="626956">
                <a:moveTo>
                  <a:pt x="0" y="0"/>
                </a:moveTo>
                <a:lnTo>
                  <a:pt x="626956" y="0"/>
                </a:lnTo>
                <a:lnTo>
                  <a:pt x="626956" y="792703"/>
                </a:lnTo>
                <a:lnTo>
                  <a:pt x="0" y="792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9"/>
          <p:cNvSpPr/>
          <p:nvPr/>
        </p:nvSpPr>
        <p:spPr>
          <a:xfrm>
            <a:off x="16903750" y="1215087"/>
            <a:ext cx="647757" cy="1152966"/>
          </a:xfrm>
          <a:custGeom>
            <a:rect b="b" l="l" r="r" t="t"/>
            <a:pathLst>
              <a:path extrusionOk="0" h="1152966" w="647757">
                <a:moveTo>
                  <a:pt x="0" y="0"/>
                </a:moveTo>
                <a:lnTo>
                  <a:pt x="647758" y="0"/>
                </a:lnTo>
                <a:lnTo>
                  <a:pt x="647758" y="1152966"/>
                </a:lnTo>
                <a:lnTo>
                  <a:pt x="0" y="1152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9"/>
          <p:cNvSpPr/>
          <p:nvPr/>
        </p:nvSpPr>
        <p:spPr>
          <a:xfrm>
            <a:off x="7703634" y="1153590"/>
            <a:ext cx="798055" cy="1275960"/>
          </a:xfrm>
          <a:custGeom>
            <a:rect b="b" l="l" r="r" t="t"/>
            <a:pathLst>
              <a:path extrusionOk="0" h="1275960" w="798055">
                <a:moveTo>
                  <a:pt x="0" y="0"/>
                </a:moveTo>
                <a:lnTo>
                  <a:pt x="798055" y="0"/>
                </a:lnTo>
                <a:lnTo>
                  <a:pt x="798055" y="1275960"/>
                </a:lnTo>
                <a:lnTo>
                  <a:pt x="0" y="1275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9"/>
          <p:cNvSpPr/>
          <p:nvPr/>
        </p:nvSpPr>
        <p:spPr>
          <a:xfrm>
            <a:off x="10918894" y="1061847"/>
            <a:ext cx="384763" cy="1459445"/>
          </a:xfrm>
          <a:custGeom>
            <a:rect b="b" l="l" r="r" t="t"/>
            <a:pathLst>
              <a:path extrusionOk="0" h="1459445" w="384763">
                <a:moveTo>
                  <a:pt x="0" y="0"/>
                </a:moveTo>
                <a:lnTo>
                  <a:pt x="384762" y="0"/>
                </a:lnTo>
                <a:lnTo>
                  <a:pt x="384762" y="1459445"/>
                </a:lnTo>
                <a:lnTo>
                  <a:pt x="0" y="1459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9"/>
          <p:cNvSpPr/>
          <p:nvPr/>
        </p:nvSpPr>
        <p:spPr>
          <a:xfrm>
            <a:off x="11827757" y="1028805"/>
            <a:ext cx="454885" cy="1525530"/>
          </a:xfrm>
          <a:custGeom>
            <a:rect b="b" l="l" r="r" t="t"/>
            <a:pathLst>
              <a:path extrusionOk="0" h="1525530" w="454885">
                <a:moveTo>
                  <a:pt x="0" y="0"/>
                </a:moveTo>
                <a:lnTo>
                  <a:pt x="454886" y="0"/>
                </a:lnTo>
                <a:lnTo>
                  <a:pt x="454886" y="1525530"/>
                </a:lnTo>
                <a:lnTo>
                  <a:pt x="0" y="1525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9"/>
          <p:cNvSpPr/>
          <p:nvPr/>
        </p:nvSpPr>
        <p:spPr>
          <a:xfrm>
            <a:off x="6389031" y="1028805"/>
            <a:ext cx="790502" cy="1525530"/>
          </a:xfrm>
          <a:custGeom>
            <a:rect b="b" l="l" r="r" t="t"/>
            <a:pathLst>
              <a:path extrusionOk="0" h="1525530" w="790502">
                <a:moveTo>
                  <a:pt x="0" y="0"/>
                </a:moveTo>
                <a:lnTo>
                  <a:pt x="790501" y="0"/>
                </a:lnTo>
                <a:lnTo>
                  <a:pt x="790501" y="1525530"/>
                </a:lnTo>
                <a:lnTo>
                  <a:pt x="0" y="1525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9"/>
          <p:cNvSpPr/>
          <p:nvPr/>
        </p:nvSpPr>
        <p:spPr>
          <a:xfrm>
            <a:off x="13977046" y="1363333"/>
            <a:ext cx="914680" cy="856473"/>
          </a:xfrm>
          <a:custGeom>
            <a:rect b="b" l="l" r="r" t="t"/>
            <a:pathLst>
              <a:path extrusionOk="0" h="856473" w="914680">
                <a:moveTo>
                  <a:pt x="0" y="0"/>
                </a:moveTo>
                <a:lnTo>
                  <a:pt x="914680" y="0"/>
                </a:lnTo>
                <a:lnTo>
                  <a:pt x="914680" y="856474"/>
                </a:lnTo>
                <a:lnTo>
                  <a:pt x="0" y="856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9"/>
          <p:cNvSpPr/>
          <p:nvPr/>
        </p:nvSpPr>
        <p:spPr>
          <a:xfrm>
            <a:off x="15415827" y="1309659"/>
            <a:ext cx="963823" cy="963823"/>
          </a:xfrm>
          <a:custGeom>
            <a:rect b="b" l="l" r="r" t="t"/>
            <a:pathLst>
              <a:path extrusionOk="0" h="963823" w="963823">
                <a:moveTo>
                  <a:pt x="0" y="0"/>
                </a:moveTo>
                <a:lnTo>
                  <a:pt x="963822" y="0"/>
                </a:lnTo>
                <a:lnTo>
                  <a:pt x="963822" y="963822"/>
                </a:lnTo>
                <a:lnTo>
                  <a:pt x="0" y="963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9"/>
          <p:cNvSpPr/>
          <p:nvPr/>
        </p:nvSpPr>
        <p:spPr>
          <a:xfrm>
            <a:off x="10045893" y="850911"/>
            <a:ext cx="348899" cy="1881318"/>
          </a:xfrm>
          <a:custGeom>
            <a:rect b="b" l="l" r="r" t="t"/>
            <a:pathLst>
              <a:path extrusionOk="0" h="1881318" w="348899">
                <a:moveTo>
                  <a:pt x="0" y="0"/>
                </a:moveTo>
                <a:lnTo>
                  <a:pt x="348900" y="0"/>
                </a:lnTo>
                <a:lnTo>
                  <a:pt x="348900" y="1881318"/>
                </a:lnTo>
                <a:lnTo>
                  <a:pt x="0" y="188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9"/>
          <p:cNvSpPr/>
          <p:nvPr/>
        </p:nvSpPr>
        <p:spPr>
          <a:xfrm>
            <a:off x="9025790" y="700364"/>
            <a:ext cx="496003" cy="2182412"/>
          </a:xfrm>
          <a:custGeom>
            <a:rect b="b" l="l" r="r" t="t"/>
            <a:pathLst>
              <a:path extrusionOk="0" h="2182412" w="496003">
                <a:moveTo>
                  <a:pt x="0" y="0"/>
                </a:moveTo>
                <a:lnTo>
                  <a:pt x="496002" y="0"/>
                </a:lnTo>
                <a:lnTo>
                  <a:pt x="496002" y="2182412"/>
                </a:lnTo>
                <a:lnTo>
                  <a:pt x="0" y="2182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9"/>
          <p:cNvSpPr/>
          <p:nvPr/>
        </p:nvSpPr>
        <p:spPr>
          <a:xfrm>
            <a:off x="6264763" y="5867210"/>
            <a:ext cx="2177676" cy="502845"/>
          </a:xfrm>
          <a:custGeom>
            <a:rect b="b" l="l" r="r" t="t"/>
            <a:pathLst>
              <a:path extrusionOk="0" h="502845" w="2177676">
                <a:moveTo>
                  <a:pt x="0" y="0"/>
                </a:moveTo>
                <a:lnTo>
                  <a:pt x="2177676" y="0"/>
                </a:lnTo>
                <a:lnTo>
                  <a:pt x="2177676" y="502845"/>
                </a:lnTo>
                <a:lnTo>
                  <a:pt x="0" y="5028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9"/>
          <p:cNvSpPr/>
          <p:nvPr/>
        </p:nvSpPr>
        <p:spPr>
          <a:xfrm>
            <a:off x="12806744" y="1163636"/>
            <a:ext cx="646201" cy="1255868"/>
          </a:xfrm>
          <a:custGeom>
            <a:rect b="b" l="l" r="r" t="t"/>
            <a:pathLst>
              <a:path extrusionOk="0" h="1255868" w="646201">
                <a:moveTo>
                  <a:pt x="0" y="0"/>
                </a:moveTo>
                <a:lnTo>
                  <a:pt x="646201" y="0"/>
                </a:lnTo>
                <a:lnTo>
                  <a:pt x="646201" y="1255868"/>
                </a:lnTo>
                <a:lnTo>
                  <a:pt x="0" y="1255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9"/>
          <p:cNvSpPr/>
          <p:nvPr/>
        </p:nvSpPr>
        <p:spPr>
          <a:xfrm>
            <a:off x="13307796" y="3032570"/>
            <a:ext cx="627934" cy="1255868"/>
          </a:xfrm>
          <a:custGeom>
            <a:rect b="b" l="l" r="r" t="t"/>
            <a:pathLst>
              <a:path extrusionOk="0" h="1255868" w="627934">
                <a:moveTo>
                  <a:pt x="0" y="0"/>
                </a:moveTo>
                <a:lnTo>
                  <a:pt x="627934" y="0"/>
                </a:lnTo>
                <a:lnTo>
                  <a:pt x="627934" y="1255867"/>
                </a:lnTo>
                <a:lnTo>
                  <a:pt x="0" y="1255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9"/>
          <p:cNvSpPr/>
          <p:nvPr/>
        </p:nvSpPr>
        <p:spPr>
          <a:xfrm>
            <a:off x="16460440" y="3404579"/>
            <a:ext cx="1078610" cy="511850"/>
          </a:xfrm>
          <a:custGeom>
            <a:rect b="b" l="l" r="r" t="t"/>
            <a:pathLst>
              <a:path extrusionOk="0" h="511850" w="1078610">
                <a:moveTo>
                  <a:pt x="0" y="0"/>
                </a:moveTo>
                <a:lnTo>
                  <a:pt x="1078610" y="0"/>
                </a:lnTo>
                <a:lnTo>
                  <a:pt x="1078610" y="511849"/>
                </a:lnTo>
                <a:lnTo>
                  <a:pt x="0" y="511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9"/>
          <p:cNvSpPr/>
          <p:nvPr/>
        </p:nvSpPr>
        <p:spPr>
          <a:xfrm>
            <a:off x="12037711" y="3068566"/>
            <a:ext cx="789967" cy="1183874"/>
          </a:xfrm>
          <a:custGeom>
            <a:rect b="b" l="l" r="r" t="t"/>
            <a:pathLst>
              <a:path extrusionOk="0" h="1183874" w="789967">
                <a:moveTo>
                  <a:pt x="0" y="0"/>
                </a:moveTo>
                <a:lnTo>
                  <a:pt x="789967" y="0"/>
                </a:lnTo>
                <a:lnTo>
                  <a:pt x="789967" y="1183874"/>
                </a:lnTo>
                <a:lnTo>
                  <a:pt x="0" y="1183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9"/>
          <p:cNvSpPr/>
          <p:nvPr/>
        </p:nvSpPr>
        <p:spPr>
          <a:xfrm>
            <a:off x="6235067" y="3197193"/>
            <a:ext cx="1228051" cy="926621"/>
          </a:xfrm>
          <a:custGeom>
            <a:rect b="b" l="l" r="r" t="t"/>
            <a:pathLst>
              <a:path extrusionOk="0" h="926621" w="1228051">
                <a:moveTo>
                  <a:pt x="0" y="0"/>
                </a:moveTo>
                <a:lnTo>
                  <a:pt x="1228051" y="0"/>
                </a:lnTo>
                <a:lnTo>
                  <a:pt x="1228051" y="926621"/>
                </a:lnTo>
                <a:lnTo>
                  <a:pt x="0" y="9266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9"/>
          <p:cNvSpPr/>
          <p:nvPr/>
        </p:nvSpPr>
        <p:spPr>
          <a:xfrm>
            <a:off x="10132965" y="3404070"/>
            <a:ext cx="1424627" cy="512866"/>
          </a:xfrm>
          <a:custGeom>
            <a:rect b="b" l="l" r="r" t="t"/>
            <a:pathLst>
              <a:path extrusionOk="0" h="512866" w="1424627">
                <a:moveTo>
                  <a:pt x="0" y="0"/>
                </a:moveTo>
                <a:lnTo>
                  <a:pt x="1424628" y="0"/>
                </a:lnTo>
                <a:lnTo>
                  <a:pt x="1424628" y="512866"/>
                </a:lnTo>
                <a:lnTo>
                  <a:pt x="0" y="512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9"/>
          <p:cNvSpPr/>
          <p:nvPr/>
        </p:nvSpPr>
        <p:spPr>
          <a:xfrm>
            <a:off x="7943237" y="3334123"/>
            <a:ext cx="1709611" cy="652760"/>
          </a:xfrm>
          <a:custGeom>
            <a:rect b="b" l="l" r="r" t="t"/>
            <a:pathLst>
              <a:path extrusionOk="0" h="652760" w="1709611">
                <a:moveTo>
                  <a:pt x="0" y="0"/>
                </a:moveTo>
                <a:lnTo>
                  <a:pt x="1709610" y="0"/>
                </a:lnTo>
                <a:lnTo>
                  <a:pt x="1709610" y="652761"/>
                </a:lnTo>
                <a:lnTo>
                  <a:pt x="0" y="6527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9"/>
          <p:cNvSpPr/>
          <p:nvPr/>
        </p:nvSpPr>
        <p:spPr>
          <a:xfrm>
            <a:off x="13889728" y="6979134"/>
            <a:ext cx="554193" cy="923654"/>
          </a:xfrm>
          <a:custGeom>
            <a:rect b="b" l="l" r="r" t="t"/>
            <a:pathLst>
              <a:path extrusionOk="0" h="923654" w="554193">
                <a:moveTo>
                  <a:pt x="0" y="0"/>
                </a:moveTo>
                <a:lnTo>
                  <a:pt x="554192" y="0"/>
                </a:lnTo>
                <a:lnTo>
                  <a:pt x="554192" y="923654"/>
                </a:lnTo>
                <a:lnTo>
                  <a:pt x="0" y="923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9"/>
          <p:cNvSpPr/>
          <p:nvPr/>
        </p:nvSpPr>
        <p:spPr>
          <a:xfrm>
            <a:off x="16077481" y="7182691"/>
            <a:ext cx="1365850" cy="516540"/>
          </a:xfrm>
          <a:custGeom>
            <a:rect b="b" l="l" r="r" t="t"/>
            <a:pathLst>
              <a:path extrusionOk="0" h="516540" w="1365850">
                <a:moveTo>
                  <a:pt x="0" y="0"/>
                </a:moveTo>
                <a:lnTo>
                  <a:pt x="1365850" y="0"/>
                </a:lnTo>
                <a:lnTo>
                  <a:pt x="1365850" y="516540"/>
                </a:lnTo>
                <a:lnTo>
                  <a:pt x="0" y="516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9"/>
          <p:cNvSpPr/>
          <p:nvPr/>
        </p:nvSpPr>
        <p:spPr>
          <a:xfrm>
            <a:off x="14415848" y="3365726"/>
            <a:ext cx="668567" cy="589554"/>
          </a:xfrm>
          <a:custGeom>
            <a:rect b="b" l="l" r="r" t="t"/>
            <a:pathLst>
              <a:path extrusionOk="0" h="589554" w="668567">
                <a:moveTo>
                  <a:pt x="0" y="0"/>
                </a:moveTo>
                <a:lnTo>
                  <a:pt x="668567" y="0"/>
                </a:lnTo>
                <a:lnTo>
                  <a:pt x="668567" y="589555"/>
                </a:lnTo>
                <a:lnTo>
                  <a:pt x="0" y="589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9"/>
          <p:cNvSpPr/>
          <p:nvPr/>
        </p:nvSpPr>
        <p:spPr>
          <a:xfrm>
            <a:off x="15564533" y="3286837"/>
            <a:ext cx="415789" cy="747333"/>
          </a:xfrm>
          <a:custGeom>
            <a:rect b="b" l="l" r="r" t="t"/>
            <a:pathLst>
              <a:path extrusionOk="0" h="747333" w="415789">
                <a:moveTo>
                  <a:pt x="0" y="0"/>
                </a:moveTo>
                <a:lnTo>
                  <a:pt x="415789" y="0"/>
                </a:lnTo>
                <a:lnTo>
                  <a:pt x="415789" y="747333"/>
                </a:lnTo>
                <a:lnTo>
                  <a:pt x="0" y="747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9"/>
          <p:cNvSpPr/>
          <p:nvPr/>
        </p:nvSpPr>
        <p:spPr>
          <a:xfrm rot="10800000">
            <a:off x="15076597" y="6954148"/>
            <a:ext cx="368207" cy="973625"/>
          </a:xfrm>
          <a:custGeom>
            <a:rect b="b" l="l" r="r" t="t"/>
            <a:pathLst>
              <a:path extrusionOk="0" h="973625" w="368207">
                <a:moveTo>
                  <a:pt x="0" y="0"/>
                </a:moveTo>
                <a:lnTo>
                  <a:pt x="368207" y="0"/>
                </a:lnTo>
                <a:lnTo>
                  <a:pt x="368207" y="973626"/>
                </a:lnTo>
                <a:lnTo>
                  <a:pt x="0" y="973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9"/>
          <p:cNvSpPr/>
          <p:nvPr/>
        </p:nvSpPr>
        <p:spPr>
          <a:xfrm>
            <a:off x="13674706" y="8192886"/>
            <a:ext cx="567945" cy="1301539"/>
          </a:xfrm>
          <a:custGeom>
            <a:rect b="b" l="l" r="r" t="t"/>
            <a:pathLst>
              <a:path extrusionOk="0" h="1301539" w="567945">
                <a:moveTo>
                  <a:pt x="0" y="0"/>
                </a:moveTo>
                <a:lnTo>
                  <a:pt x="567944" y="0"/>
                </a:lnTo>
                <a:lnTo>
                  <a:pt x="567944" y="1301540"/>
                </a:lnTo>
                <a:lnTo>
                  <a:pt x="0" y="1301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9"/>
          <p:cNvSpPr/>
          <p:nvPr/>
        </p:nvSpPr>
        <p:spPr>
          <a:xfrm>
            <a:off x="15965775" y="8166768"/>
            <a:ext cx="460284" cy="1353777"/>
          </a:xfrm>
          <a:custGeom>
            <a:rect b="b" l="l" r="r" t="t"/>
            <a:pathLst>
              <a:path extrusionOk="0" h="1353777" w="460284">
                <a:moveTo>
                  <a:pt x="0" y="0"/>
                </a:moveTo>
                <a:lnTo>
                  <a:pt x="460284" y="0"/>
                </a:lnTo>
                <a:lnTo>
                  <a:pt x="460284" y="1353776"/>
                </a:lnTo>
                <a:lnTo>
                  <a:pt x="0" y="1353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9"/>
          <p:cNvSpPr/>
          <p:nvPr/>
        </p:nvSpPr>
        <p:spPr>
          <a:xfrm>
            <a:off x="8995622" y="8125477"/>
            <a:ext cx="621552" cy="1436359"/>
          </a:xfrm>
          <a:custGeom>
            <a:rect b="b" l="l" r="r" t="t"/>
            <a:pathLst>
              <a:path extrusionOk="0" h="1436359" w="621552">
                <a:moveTo>
                  <a:pt x="0" y="0"/>
                </a:moveTo>
                <a:lnTo>
                  <a:pt x="621552" y="0"/>
                </a:lnTo>
                <a:lnTo>
                  <a:pt x="621552" y="1436358"/>
                </a:lnTo>
                <a:lnTo>
                  <a:pt x="0" y="1436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9"/>
          <p:cNvSpPr/>
          <p:nvPr/>
        </p:nvSpPr>
        <p:spPr>
          <a:xfrm flipH="1">
            <a:off x="16987865" y="8115091"/>
            <a:ext cx="479528" cy="1457131"/>
          </a:xfrm>
          <a:custGeom>
            <a:rect b="b" l="l" r="r" t="t"/>
            <a:pathLst>
              <a:path extrusionOk="0" h="1457131" w="479528">
                <a:moveTo>
                  <a:pt x="479528" y="0"/>
                </a:moveTo>
                <a:lnTo>
                  <a:pt x="0" y="0"/>
                </a:lnTo>
                <a:lnTo>
                  <a:pt x="0" y="1457130"/>
                </a:lnTo>
                <a:lnTo>
                  <a:pt x="479528" y="1457130"/>
                </a:lnTo>
                <a:lnTo>
                  <a:pt x="479528" y="0"/>
                </a:lnTo>
                <a:close/>
              </a:path>
            </a:pathLst>
          </a:custGeom>
          <a:blipFill rotWithShape="1">
            <a:blip r:embed="rId4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9"/>
          <p:cNvSpPr/>
          <p:nvPr/>
        </p:nvSpPr>
        <p:spPr>
          <a:xfrm flipH="1">
            <a:off x="12365895" y="8154306"/>
            <a:ext cx="747005" cy="1378700"/>
          </a:xfrm>
          <a:custGeom>
            <a:rect b="b" l="l" r="r" t="t"/>
            <a:pathLst>
              <a:path extrusionOk="0" h="1378700" w="747005">
                <a:moveTo>
                  <a:pt x="747005" y="0"/>
                </a:moveTo>
                <a:lnTo>
                  <a:pt x="0" y="0"/>
                </a:lnTo>
                <a:lnTo>
                  <a:pt x="0" y="1378700"/>
                </a:lnTo>
                <a:lnTo>
                  <a:pt x="747005" y="1378700"/>
                </a:lnTo>
                <a:lnTo>
                  <a:pt x="747005" y="0"/>
                </a:lnTo>
                <a:close/>
              </a:path>
            </a:pathLst>
          </a:custGeom>
          <a:blipFill rotWithShape="1">
            <a:blip r:embed="rId4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9"/>
          <p:cNvSpPr/>
          <p:nvPr/>
        </p:nvSpPr>
        <p:spPr>
          <a:xfrm>
            <a:off x="11258745" y="8246167"/>
            <a:ext cx="545345" cy="1194978"/>
          </a:xfrm>
          <a:custGeom>
            <a:rect b="b" l="l" r="r" t="t"/>
            <a:pathLst>
              <a:path extrusionOk="0" h="1194978" w="545345">
                <a:moveTo>
                  <a:pt x="0" y="0"/>
                </a:moveTo>
                <a:lnTo>
                  <a:pt x="545344" y="0"/>
                </a:lnTo>
                <a:lnTo>
                  <a:pt x="545344" y="1194978"/>
                </a:lnTo>
                <a:lnTo>
                  <a:pt x="0" y="1194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9"/>
          <p:cNvSpPr/>
          <p:nvPr/>
        </p:nvSpPr>
        <p:spPr>
          <a:xfrm>
            <a:off x="10178979" y="8184217"/>
            <a:ext cx="517960" cy="1318879"/>
          </a:xfrm>
          <a:custGeom>
            <a:rect b="b" l="l" r="r" t="t"/>
            <a:pathLst>
              <a:path extrusionOk="0" h="1318879" w="517960">
                <a:moveTo>
                  <a:pt x="0" y="0"/>
                </a:moveTo>
                <a:lnTo>
                  <a:pt x="517960" y="0"/>
                </a:lnTo>
                <a:lnTo>
                  <a:pt x="517960" y="1318878"/>
                </a:lnTo>
                <a:lnTo>
                  <a:pt x="0" y="1318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9"/>
          <p:cNvSpPr/>
          <p:nvPr/>
        </p:nvSpPr>
        <p:spPr>
          <a:xfrm flipH="1">
            <a:off x="14804456" y="8139100"/>
            <a:ext cx="599513" cy="1409112"/>
          </a:xfrm>
          <a:custGeom>
            <a:rect b="b" l="l" r="r" t="t"/>
            <a:pathLst>
              <a:path extrusionOk="0" h="1409112" w="599513">
                <a:moveTo>
                  <a:pt x="599513" y="0"/>
                </a:moveTo>
                <a:lnTo>
                  <a:pt x="0" y="0"/>
                </a:lnTo>
                <a:lnTo>
                  <a:pt x="0" y="1409112"/>
                </a:lnTo>
                <a:lnTo>
                  <a:pt x="599513" y="1409112"/>
                </a:lnTo>
                <a:lnTo>
                  <a:pt x="599513" y="0"/>
                </a:lnTo>
                <a:close/>
              </a:path>
            </a:pathLst>
          </a:custGeom>
          <a:blipFill rotWithShape="1">
            <a:blip r:embed="rId5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9"/>
          <p:cNvSpPr/>
          <p:nvPr/>
        </p:nvSpPr>
        <p:spPr>
          <a:xfrm>
            <a:off x="6389031" y="8404872"/>
            <a:ext cx="585577" cy="877567"/>
          </a:xfrm>
          <a:custGeom>
            <a:rect b="b" l="l" r="r" t="t"/>
            <a:pathLst>
              <a:path extrusionOk="0" h="877567" w="585577">
                <a:moveTo>
                  <a:pt x="0" y="0"/>
                </a:moveTo>
                <a:lnTo>
                  <a:pt x="585576" y="0"/>
                </a:lnTo>
                <a:lnTo>
                  <a:pt x="585576" y="877568"/>
                </a:lnTo>
                <a:lnTo>
                  <a:pt x="0" y="877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>
            <a:off x="7536413" y="8553224"/>
            <a:ext cx="897403" cy="580865"/>
          </a:xfrm>
          <a:custGeom>
            <a:rect b="b" l="l" r="r" t="t"/>
            <a:pathLst>
              <a:path extrusionOk="0" h="580865" w="897403">
                <a:moveTo>
                  <a:pt x="0" y="0"/>
                </a:moveTo>
                <a:lnTo>
                  <a:pt x="897403" y="0"/>
                </a:lnTo>
                <a:lnTo>
                  <a:pt x="897403" y="580864"/>
                </a:lnTo>
                <a:lnTo>
                  <a:pt x="0" y="580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A882FD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/>
        </p:nvSpPr>
        <p:spPr>
          <a:xfrm>
            <a:off x="937234" y="1067906"/>
            <a:ext cx="4920752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</a:t>
            </a:r>
            <a:endParaRPr/>
          </a:p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937234" y="7039610"/>
            <a:ext cx="5059131" cy="221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these design resources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forget to delete this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before presenting. 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16722932" y="7125802"/>
            <a:ext cx="955176" cy="739827"/>
          </a:xfrm>
          <a:custGeom>
            <a:rect b="b" l="l" r="r" t="t"/>
            <a:pathLst>
              <a:path extrusionOk="0" h="739827" w="955176">
                <a:moveTo>
                  <a:pt x="0" y="0"/>
                </a:moveTo>
                <a:lnTo>
                  <a:pt x="955176" y="0"/>
                </a:lnTo>
                <a:lnTo>
                  <a:pt x="955176" y="739828"/>
                </a:lnTo>
                <a:lnTo>
                  <a:pt x="0" y="739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0"/>
          <p:cNvSpPr/>
          <p:nvPr/>
        </p:nvSpPr>
        <p:spPr>
          <a:xfrm>
            <a:off x="16177748" y="7076469"/>
            <a:ext cx="230205" cy="838494"/>
          </a:xfrm>
          <a:custGeom>
            <a:rect b="b" l="l" r="r" t="t"/>
            <a:pathLst>
              <a:path extrusionOk="0" h="838494" w="230205">
                <a:moveTo>
                  <a:pt x="0" y="0"/>
                </a:moveTo>
                <a:lnTo>
                  <a:pt x="230205" y="0"/>
                </a:lnTo>
                <a:lnTo>
                  <a:pt x="230205" y="838494"/>
                </a:lnTo>
                <a:lnTo>
                  <a:pt x="0" y="838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20"/>
          <p:cNvSpPr/>
          <p:nvPr/>
        </p:nvSpPr>
        <p:spPr>
          <a:xfrm>
            <a:off x="11028902" y="7109576"/>
            <a:ext cx="747005" cy="772279"/>
          </a:xfrm>
          <a:custGeom>
            <a:rect b="b" l="l" r="r" t="t"/>
            <a:pathLst>
              <a:path extrusionOk="0" h="772279" w="747005">
                <a:moveTo>
                  <a:pt x="0" y="0"/>
                </a:moveTo>
                <a:lnTo>
                  <a:pt x="747005" y="0"/>
                </a:lnTo>
                <a:lnTo>
                  <a:pt x="747005" y="772280"/>
                </a:lnTo>
                <a:lnTo>
                  <a:pt x="0" y="772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20"/>
          <p:cNvSpPr/>
          <p:nvPr/>
        </p:nvSpPr>
        <p:spPr>
          <a:xfrm>
            <a:off x="10012827" y="7145168"/>
            <a:ext cx="701095" cy="701095"/>
          </a:xfrm>
          <a:custGeom>
            <a:rect b="b" l="l" r="r" t="t"/>
            <a:pathLst>
              <a:path extrusionOk="0" h="701095" w="701095">
                <a:moveTo>
                  <a:pt x="0" y="0"/>
                </a:moveTo>
                <a:lnTo>
                  <a:pt x="701096" y="0"/>
                </a:lnTo>
                <a:lnTo>
                  <a:pt x="701096" y="701096"/>
                </a:lnTo>
                <a:lnTo>
                  <a:pt x="0" y="7010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0"/>
          <p:cNvSpPr/>
          <p:nvPr/>
        </p:nvSpPr>
        <p:spPr>
          <a:xfrm>
            <a:off x="13334085" y="7122214"/>
            <a:ext cx="747005" cy="747005"/>
          </a:xfrm>
          <a:custGeom>
            <a:rect b="b" l="l" r="r" t="t"/>
            <a:pathLst>
              <a:path extrusionOk="0" h="747005" w="747005">
                <a:moveTo>
                  <a:pt x="0" y="0"/>
                </a:moveTo>
                <a:lnTo>
                  <a:pt x="747005" y="0"/>
                </a:lnTo>
                <a:lnTo>
                  <a:pt x="747005" y="747004"/>
                </a:lnTo>
                <a:lnTo>
                  <a:pt x="0" y="747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20"/>
          <p:cNvSpPr/>
          <p:nvPr/>
        </p:nvSpPr>
        <p:spPr>
          <a:xfrm>
            <a:off x="12090886" y="7315979"/>
            <a:ext cx="928220" cy="359474"/>
          </a:xfrm>
          <a:custGeom>
            <a:rect b="b" l="l" r="r" t="t"/>
            <a:pathLst>
              <a:path extrusionOk="0" h="359474" w="928220">
                <a:moveTo>
                  <a:pt x="0" y="0"/>
                </a:moveTo>
                <a:lnTo>
                  <a:pt x="928220" y="0"/>
                </a:lnTo>
                <a:lnTo>
                  <a:pt x="928220" y="359474"/>
                </a:lnTo>
                <a:lnTo>
                  <a:pt x="0" y="359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0"/>
          <p:cNvSpPr/>
          <p:nvPr/>
        </p:nvSpPr>
        <p:spPr>
          <a:xfrm>
            <a:off x="8770786" y="7107193"/>
            <a:ext cx="927062" cy="777047"/>
          </a:xfrm>
          <a:custGeom>
            <a:rect b="b" l="l" r="r" t="t"/>
            <a:pathLst>
              <a:path extrusionOk="0" h="777047" w="927062">
                <a:moveTo>
                  <a:pt x="0" y="0"/>
                </a:moveTo>
                <a:lnTo>
                  <a:pt x="927062" y="0"/>
                </a:lnTo>
                <a:lnTo>
                  <a:pt x="927062" y="777046"/>
                </a:lnTo>
                <a:lnTo>
                  <a:pt x="0" y="777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20"/>
          <p:cNvSpPr/>
          <p:nvPr/>
        </p:nvSpPr>
        <p:spPr>
          <a:xfrm>
            <a:off x="6491848" y="7160218"/>
            <a:ext cx="821933" cy="670996"/>
          </a:xfrm>
          <a:custGeom>
            <a:rect b="b" l="l" r="r" t="t"/>
            <a:pathLst>
              <a:path extrusionOk="0" h="670996" w="821933">
                <a:moveTo>
                  <a:pt x="0" y="0"/>
                </a:moveTo>
                <a:lnTo>
                  <a:pt x="821933" y="0"/>
                </a:lnTo>
                <a:lnTo>
                  <a:pt x="821933" y="670996"/>
                </a:lnTo>
                <a:lnTo>
                  <a:pt x="0" y="670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0"/>
          <p:cNvSpPr/>
          <p:nvPr/>
        </p:nvSpPr>
        <p:spPr>
          <a:xfrm>
            <a:off x="7628760" y="7204746"/>
            <a:ext cx="827047" cy="581941"/>
          </a:xfrm>
          <a:custGeom>
            <a:rect b="b" l="l" r="r" t="t"/>
            <a:pathLst>
              <a:path extrusionOk="0" h="581941" w="827047">
                <a:moveTo>
                  <a:pt x="0" y="0"/>
                </a:moveTo>
                <a:lnTo>
                  <a:pt x="827047" y="0"/>
                </a:lnTo>
                <a:lnTo>
                  <a:pt x="827047" y="581940"/>
                </a:lnTo>
                <a:lnTo>
                  <a:pt x="0" y="581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20"/>
          <p:cNvSpPr/>
          <p:nvPr/>
        </p:nvSpPr>
        <p:spPr>
          <a:xfrm>
            <a:off x="14396069" y="7117601"/>
            <a:ext cx="567860" cy="756231"/>
          </a:xfrm>
          <a:custGeom>
            <a:rect b="b" l="l" r="r" t="t"/>
            <a:pathLst>
              <a:path extrusionOk="0" h="756231" w="567860">
                <a:moveTo>
                  <a:pt x="0" y="0"/>
                </a:moveTo>
                <a:lnTo>
                  <a:pt x="567860" y="0"/>
                </a:lnTo>
                <a:lnTo>
                  <a:pt x="567860" y="756230"/>
                </a:lnTo>
                <a:lnTo>
                  <a:pt x="0" y="7562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20"/>
          <p:cNvSpPr/>
          <p:nvPr/>
        </p:nvSpPr>
        <p:spPr>
          <a:xfrm>
            <a:off x="15278908" y="7203786"/>
            <a:ext cx="583861" cy="583861"/>
          </a:xfrm>
          <a:custGeom>
            <a:rect b="b" l="l" r="r" t="t"/>
            <a:pathLst>
              <a:path extrusionOk="0" h="583861" w="583861">
                <a:moveTo>
                  <a:pt x="0" y="0"/>
                </a:moveTo>
                <a:lnTo>
                  <a:pt x="583861" y="0"/>
                </a:lnTo>
                <a:lnTo>
                  <a:pt x="583861" y="583860"/>
                </a:lnTo>
                <a:lnTo>
                  <a:pt x="0" y="583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0"/>
          <p:cNvSpPr/>
          <p:nvPr/>
        </p:nvSpPr>
        <p:spPr>
          <a:xfrm>
            <a:off x="9743403" y="5796339"/>
            <a:ext cx="784866" cy="732066"/>
          </a:xfrm>
          <a:custGeom>
            <a:rect b="b" l="l" r="r" t="t"/>
            <a:pathLst>
              <a:path extrusionOk="0" h="732066" w="784866">
                <a:moveTo>
                  <a:pt x="0" y="0"/>
                </a:moveTo>
                <a:lnTo>
                  <a:pt x="784867" y="0"/>
                </a:lnTo>
                <a:lnTo>
                  <a:pt x="784867" y="732066"/>
                </a:lnTo>
                <a:lnTo>
                  <a:pt x="0" y="7320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20"/>
          <p:cNvSpPr/>
          <p:nvPr/>
        </p:nvSpPr>
        <p:spPr>
          <a:xfrm>
            <a:off x="12436630" y="5753100"/>
            <a:ext cx="620605" cy="818544"/>
          </a:xfrm>
          <a:custGeom>
            <a:rect b="b" l="l" r="r" t="t"/>
            <a:pathLst>
              <a:path extrusionOk="0" h="818544" w="620605">
                <a:moveTo>
                  <a:pt x="0" y="0"/>
                </a:moveTo>
                <a:lnTo>
                  <a:pt x="620605" y="0"/>
                </a:lnTo>
                <a:lnTo>
                  <a:pt x="620605" y="818544"/>
                </a:lnTo>
                <a:lnTo>
                  <a:pt x="0" y="818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>
            <a:off x="6515838" y="5768835"/>
            <a:ext cx="747005" cy="787074"/>
          </a:xfrm>
          <a:custGeom>
            <a:rect b="b" l="l" r="r" t="t"/>
            <a:pathLst>
              <a:path extrusionOk="0" h="787074" w="747005">
                <a:moveTo>
                  <a:pt x="0" y="0"/>
                </a:moveTo>
                <a:lnTo>
                  <a:pt x="747005" y="0"/>
                </a:lnTo>
                <a:lnTo>
                  <a:pt x="747005" y="787074"/>
                </a:lnTo>
                <a:lnTo>
                  <a:pt x="0" y="787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0"/>
          <p:cNvSpPr/>
          <p:nvPr/>
        </p:nvSpPr>
        <p:spPr>
          <a:xfrm>
            <a:off x="7591693" y="5768835"/>
            <a:ext cx="747005" cy="787074"/>
          </a:xfrm>
          <a:custGeom>
            <a:rect b="b" l="l" r="r" t="t"/>
            <a:pathLst>
              <a:path extrusionOk="0" h="787074" w="747005">
                <a:moveTo>
                  <a:pt x="0" y="0"/>
                </a:moveTo>
                <a:lnTo>
                  <a:pt x="747005" y="0"/>
                </a:lnTo>
                <a:lnTo>
                  <a:pt x="747005" y="787074"/>
                </a:lnTo>
                <a:lnTo>
                  <a:pt x="0" y="787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20"/>
          <p:cNvSpPr/>
          <p:nvPr/>
        </p:nvSpPr>
        <p:spPr>
          <a:xfrm>
            <a:off x="8667548" y="5768835"/>
            <a:ext cx="747005" cy="787074"/>
          </a:xfrm>
          <a:custGeom>
            <a:rect b="b" l="l" r="r" t="t"/>
            <a:pathLst>
              <a:path extrusionOk="0" h="787074" w="747005">
                <a:moveTo>
                  <a:pt x="0" y="0"/>
                </a:moveTo>
                <a:lnTo>
                  <a:pt x="747005" y="0"/>
                </a:lnTo>
                <a:lnTo>
                  <a:pt x="747005" y="787074"/>
                </a:lnTo>
                <a:lnTo>
                  <a:pt x="0" y="787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0"/>
          <p:cNvSpPr/>
          <p:nvPr/>
        </p:nvSpPr>
        <p:spPr>
          <a:xfrm>
            <a:off x="16019355" y="6016005"/>
            <a:ext cx="1610033" cy="292733"/>
          </a:xfrm>
          <a:custGeom>
            <a:rect b="b" l="l" r="r" t="t"/>
            <a:pathLst>
              <a:path extrusionOk="0" h="292733" w="1610033">
                <a:moveTo>
                  <a:pt x="0" y="0"/>
                </a:moveTo>
                <a:lnTo>
                  <a:pt x="1610034" y="0"/>
                </a:lnTo>
                <a:lnTo>
                  <a:pt x="1610034" y="292734"/>
                </a:lnTo>
                <a:lnTo>
                  <a:pt x="0" y="292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20"/>
          <p:cNvSpPr/>
          <p:nvPr/>
        </p:nvSpPr>
        <p:spPr>
          <a:xfrm>
            <a:off x="13386085" y="5829120"/>
            <a:ext cx="412085" cy="666503"/>
          </a:xfrm>
          <a:custGeom>
            <a:rect b="b" l="l" r="r" t="t"/>
            <a:pathLst>
              <a:path extrusionOk="0" h="666503" w="412085">
                <a:moveTo>
                  <a:pt x="0" y="0"/>
                </a:moveTo>
                <a:lnTo>
                  <a:pt x="412086" y="0"/>
                </a:lnTo>
                <a:lnTo>
                  <a:pt x="412086" y="666504"/>
                </a:lnTo>
                <a:lnTo>
                  <a:pt x="0" y="666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20"/>
          <p:cNvSpPr/>
          <p:nvPr/>
        </p:nvSpPr>
        <p:spPr>
          <a:xfrm>
            <a:off x="10857120" y="5895186"/>
            <a:ext cx="1250659" cy="534373"/>
          </a:xfrm>
          <a:custGeom>
            <a:rect b="b" l="l" r="r" t="t"/>
            <a:pathLst>
              <a:path extrusionOk="0" h="534373" w="1250659">
                <a:moveTo>
                  <a:pt x="0" y="0"/>
                </a:moveTo>
                <a:lnTo>
                  <a:pt x="1250659" y="0"/>
                </a:lnTo>
                <a:lnTo>
                  <a:pt x="1250659" y="534372"/>
                </a:lnTo>
                <a:lnTo>
                  <a:pt x="0" y="534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20"/>
          <p:cNvSpPr/>
          <p:nvPr/>
        </p:nvSpPr>
        <p:spPr>
          <a:xfrm>
            <a:off x="7422080" y="4464703"/>
            <a:ext cx="549463" cy="539472"/>
          </a:xfrm>
          <a:custGeom>
            <a:rect b="b" l="l" r="r" t="t"/>
            <a:pathLst>
              <a:path extrusionOk="0" h="539472" w="549463">
                <a:moveTo>
                  <a:pt x="0" y="0"/>
                </a:moveTo>
                <a:lnTo>
                  <a:pt x="549463" y="0"/>
                </a:lnTo>
                <a:lnTo>
                  <a:pt x="549463" y="539472"/>
                </a:lnTo>
                <a:lnTo>
                  <a:pt x="0" y="539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0"/>
          <p:cNvSpPr/>
          <p:nvPr/>
        </p:nvSpPr>
        <p:spPr>
          <a:xfrm>
            <a:off x="14035044" y="4505216"/>
            <a:ext cx="988804" cy="458446"/>
          </a:xfrm>
          <a:custGeom>
            <a:rect b="b" l="l" r="r" t="t"/>
            <a:pathLst>
              <a:path extrusionOk="0" h="458446" w="988804">
                <a:moveTo>
                  <a:pt x="0" y="0"/>
                </a:moveTo>
                <a:lnTo>
                  <a:pt x="988804" y="0"/>
                </a:lnTo>
                <a:lnTo>
                  <a:pt x="988804" y="458445"/>
                </a:lnTo>
                <a:lnTo>
                  <a:pt x="0" y="458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20"/>
          <p:cNvSpPr/>
          <p:nvPr/>
        </p:nvSpPr>
        <p:spPr>
          <a:xfrm>
            <a:off x="11538458" y="4395107"/>
            <a:ext cx="1227845" cy="678664"/>
          </a:xfrm>
          <a:custGeom>
            <a:rect b="b" l="l" r="r" t="t"/>
            <a:pathLst>
              <a:path extrusionOk="0" h="678664" w="1227845">
                <a:moveTo>
                  <a:pt x="0" y="0"/>
                </a:moveTo>
                <a:lnTo>
                  <a:pt x="1227845" y="0"/>
                </a:lnTo>
                <a:lnTo>
                  <a:pt x="1227845" y="678663"/>
                </a:lnTo>
                <a:lnTo>
                  <a:pt x="0" y="6786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0"/>
          <p:cNvSpPr/>
          <p:nvPr/>
        </p:nvSpPr>
        <p:spPr>
          <a:xfrm>
            <a:off x="14127021" y="6020237"/>
            <a:ext cx="1563483" cy="284270"/>
          </a:xfrm>
          <a:custGeom>
            <a:rect b="b" l="l" r="r" t="t"/>
            <a:pathLst>
              <a:path extrusionOk="0" h="284270" w="1563483">
                <a:moveTo>
                  <a:pt x="0" y="0"/>
                </a:moveTo>
                <a:lnTo>
                  <a:pt x="1563484" y="0"/>
                </a:lnTo>
                <a:lnTo>
                  <a:pt x="1563484" y="284270"/>
                </a:lnTo>
                <a:lnTo>
                  <a:pt x="0" y="28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20"/>
          <p:cNvSpPr/>
          <p:nvPr/>
        </p:nvSpPr>
        <p:spPr>
          <a:xfrm>
            <a:off x="12856478" y="4542486"/>
            <a:ext cx="1088391" cy="383905"/>
          </a:xfrm>
          <a:custGeom>
            <a:rect b="b" l="l" r="r" t="t"/>
            <a:pathLst>
              <a:path extrusionOk="0" h="383905" w="1088391">
                <a:moveTo>
                  <a:pt x="0" y="0"/>
                </a:moveTo>
                <a:lnTo>
                  <a:pt x="1088391" y="0"/>
                </a:lnTo>
                <a:lnTo>
                  <a:pt x="1088391" y="383905"/>
                </a:lnTo>
                <a:lnTo>
                  <a:pt x="0" y="3839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20"/>
          <p:cNvSpPr/>
          <p:nvPr/>
        </p:nvSpPr>
        <p:spPr>
          <a:xfrm>
            <a:off x="8860262" y="4602392"/>
            <a:ext cx="1220596" cy="264093"/>
          </a:xfrm>
          <a:custGeom>
            <a:rect b="b" l="l" r="r" t="t"/>
            <a:pathLst>
              <a:path extrusionOk="0" h="264093" w="1220596">
                <a:moveTo>
                  <a:pt x="0" y="0"/>
                </a:moveTo>
                <a:lnTo>
                  <a:pt x="1220596" y="0"/>
                </a:lnTo>
                <a:lnTo>
                  <a:pt x="1220596" y="264093"/>
                </a:lnTo>
                <a:lnTo>
                  <a:pt x="0" y="264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20"/>
          <p:cNvSpPr/>
          <p:nvPr/>
        </p:nvSpPr>
        <p:spPr>
          <a:xfrm>
            <a:off x="8061717" y="4392489"/>
            <a:ext cx="708371" cy="683900"/>
          </a:xfrm>
          <a:custGeom>
            <a:rect b="b" l="l" r="r" t="t"/>
            <a:pathLst>
              <a:path extrusionOk="0" h="683900" w="708371">
                <a:moveTo>
                  <a:pt x="0" y="0"/>
                </a:moveTo>
                <a:lnTo>
                  <a:pt x="708371" y="0"/>
                </a:lnTo>
                <a:lnTo>
                  <a:pt x="708371" y="683899"/>
                </a:lnTo>
                <a:lnTo>
                  <a:pt x="0" y="683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20"/>
          <p:cNvSpPr/>
          <p:nvPr/>
        </p:nvSpPr>
        <p:spPr>
          <a:xfrm>
            <a:off x="10171033" y="4384936"/>
            <a:ext cx="1277250" cy="699004"/>
          </a:xfrm>
          <a:custGeom>
            <a:rect b="b" l="l" r="r" t="t"/>
            <a:pathLst>
              <a:path extrusionOk="0" h="699004" w="1277250">
                <a:moveTo>
                  <a:pt x="0" y="0"/>
                </a:moveTo>
                <a:lnTo>
                  <a:pt x="1277250" y="0"/>
                </a:lnTo>
                <a:lnTo>
                  <a:pt x="1277250" y="699005"/>
                </a:lnTo>
                <a:lnTo>
                  <a:pt x="0" y="699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20"/>
          <p:cNvSpPr/>
          <p:nvPr/>
        </p:nvSpPr>
        <p:spPr>
          <a:xfrm>
            <a:off x="15114022" y="4594838"/>
            <a:ext cx="1290423" cy="279201"/>
          </a:xfrm>
          <a:custGeom>
            <a:rect b="b" l="l" r="r" t="t"/>
            <a:pathLst>
              <a:path extrusionOk="0" h="279201" w="1290423">
                <a:moveTo>
                  <a:pt x="0" y="0"/>
                </a:moveTo>
                <a:lnTo>
                  <a:pt x="1290423" y="0"/>
                </a:lnTo>
                <a:lnTo>
                  <a:pt x="1290423" y="279201"/>
                </a:lnTo>
                <a:lnTo>
                  <a:pt x="0" y="279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0"/>
          <p:cNvSpPr/>
          <p:nvPr/>
        </p:nvSpPr>
        <p:spPr>
          <a:xfrm>
            <a:off x="16494620" y="4579370"/>
            <a:ext cx="1122208" cy="310138"/>
          </a:xfrm>
          <a:custGeom>
            <a:rect b="b" l="l" r="r" t="t"/>
            <a:pathLst>
              <a:path extrusionOk="0" h="310138" w="1122208">
                <a:moveTo>
                  <a:pt x="0" y="0"/>
                </a:moveTo>
                <a:lnTo>
                  <a:pt x="1122208" y="0"/>
                </a:lnTo>
                <a:lnTo>
                  <a:pt x="1122208" y="310137"/>
                </a:lnTo>
                <a:lnTo>
                  <a:pt x="0" y="3101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0"/>
          <p:cNvSpPr/>
          <p:nvPr/>
        </p:nvSpPr>
        <p:spPr>
          <a:xfrm>
            <a:off x="6515838" y="4230127"/>
            <a:ext cx="816067" cy="1008623"/>
          </a:xfrm>
          <a:custGeom>
            <a:rect b="b" l="l" r="r" t="t"/>
            <a:pathLst>
              <a:path extrusionOk="0" h="1008623" w="816067">
                <a:moveTo>
                  <a:pt x="0" y="0"/>
                </a:moveTo>
                <a:lnTo>
                  <a:pt x="816067" y="0"/>
                </a:lnTo>
                <a:lnTo>
                  <a:pt x="816067" y="1008623"/>
                </a:lnTo>
                <a:lnTo>
                  <a:pt x="0" y="1008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0"/>
          <p:cNvSpPr/>
          <p:nvPr/>
        </p:nvSpPr>
        <p:spPr>
          <a:xfrm>
            <a:off x="15545043" y="1416649"/>
            <a:ext cx="787653" cy="787653"/>
          </a:xfrm>
          <a:custGeom>
            <a:rect b="b" l="l" r="r" t="t"/>
            <a:pathLst>
              <a:path extrusionOk="0" h="787653" w="787653">
                <a:moveTo>
                  <a:pt x="0" y="0"/>
                </a:moveTo>
                <a:lnTo>
                  <a:pt x="787653" y="0"/>
                </a:lnTo>
                <a:lnTo>
                  <a:pt x="787653" y="787653"/>
                </a:lnTo>
                <a:lnTo>
                  <a:pt x="0" y="787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20"/>
          <p:cNvSpPr/>
          <p:nvPr/>
        </p:nvSpPr>
        <p:spPr>
          <a:xfrm>
            <a:off x="8848206" y="1575815"/>
            <a:ext cx="2633942" cy="469321"/>
          </a:xfrm>
          <a:custGeom>
            <a:rect b="b" l="l" r="r" t="t"/>
            <a:pathLst>
              <a:path extrusionOk="0" h="469321" w="2633942">
                <a:moveTo>
                  <a:pt x="0" y="0"/>
                </a:moveTo>
                <a:lnTo>
                  <a:pt x="2633941" y="0"/>
                </a:lnTo>
                <a:lnTo>
                  <a:pt x="2633941" y="469321"/>
                </a:lnTo>
                <a:lnTo>
                  <a:pt x="0" y="469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0"/>
          <p:cNvSpPr/>
          <p:nvPr/>
        </p:nvSpPr>
        <p:spPr>
          <a:xfrm>
            <a:off x="11729499" y="1475220"/>
            <a:ext cx="1843906" cy="670511"/>
          </a:xfrm>
          <a:custGeom>
            <a:rect b="b" l="l" r="r" t="t"/>
            <a:pathLst>
              <a:path extrusionOk="0" h="670511" w="1843906">
                <a:moveTo>
                  <a:pt x="0" y="0"/>
                </a:moveTo>
                <a:lnTo>
                  <a:pt x="1843906" y="0"/>
                </a:lnTo>
                <a:lnTo>
                  <a:pt x="1843906" y="670511"/>
                </a:lnTo>
                <a:lnTo>
                  <a:pt x="0" y="670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20"/>
          <p:cNvSpPr/>
          <p:nvPr/>
        </p:nvSpPr>
        <p:spPr>
          <a:xfrm>
            <a:off x="6433064" y="1546399"/>
            <a:ext cx="2167789" cy="528152"/>
          </a:xfrm>
          <a:custGeom>
            <a:rect b="b" l="l" r="r" t="t"/>
            <a:pathLst>
              <a:path extrusionOk="0" h="528152" w="2167789">
                <a:moveTo>
                  <a:pt x="0" y="0"/>
                </a:moveTo>
                <a:lnTo>
                  <a:pt x="2167790" y="0"/>
                </a:lnTo>
                <a:lnTo>
                  <a:pt x="2167790" y="528153"/>
                </a:lnTo>
                <a:lnTo>
                  <a:pt x="0" y="528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0"/>
          <p:cNvSpPr/>
          <p:nvPr/>
        </p:nvSpPr>
        <p:spPr>
          <a:xfrm>
            <a:off x="13820757" y="1552684"/>
            <a:ext cx="1476934" cy="515584"/>
          </a:xfrm>
          <a:custGeom>
            <a:rect b="b" l="l" r="r" t="t"/>
            <a:pathLst>
              <a:path extrusionOk="0" h="515584" w="1476934">
                <a:moveTo>
                  <a:pt x="0" y="0"/>
                </a:moveTo>
                <a:lnTo>
                  <a:pt x="1476934" y="0"/>
                </a:lnTo>
                <a:lnTo>
                  <a:pt x="1476934" y="515584"/>
                </a:lnTo>
                <a:lnTo>
                  <a:pt x="0" y="515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20"/>
          <p:cNvSpPr/>
          <p:nvPr/>
        </p:nvSpPr>
        <p:spPr>
          <a:xfrm>
            <a:off x="16580048" y="1385717"/>
            <a:ext cx="849516" cy="849516"/>
          </a:xfrm>
          <a:custGeom>
            <a:rect b="b" l="l" r="r" t="t"/>
            <a:pathLst>
              <a:path extrusionOk="0" h="849516" w="849516">
                <a:moveTo>
                  <a:pt x="0" y="0"/>
                </a:moveTo>
                <a:lnTo>
                  <a:pt x="849516" y="0"/>
                </a:lnTo>
                <a:lnTo>
                  <a:pt x="849516" y="849517"/>
                </a:lnTo>
                <a:lnTo>
                  <a:pt x="0" y="8495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20"/>
          <p:cNvSpPr/>
          <p:nvPr/>
        </p:nvSpPr>
        <p:spPr>
          <a:xfrm>
            <a:off x="14777114" y="2981239"/>
            <a:ext cx="473971" cy="684210"/>
          </a:xfrm>
          <a:custGeom>
            <a:rect b="b" l="l" r="r" t="t"/>
            <a:pathLst>
              <a:path extrusionOk="0" h="684210" w="473971">
                <a:moveTo>
                  <a:pt x="0" y="0"/>
                </a:moveTo>
                <a:lnTo>
                  <a:pt x="473970" y="0"/>
                </a:lnTo>
                <a:lnTo>
                  <a:pt x="473970" y="684209"/>
                </a:lnTo>
                <a:lnTo>
                  <a:pt x="0" y="6842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20"/>
          <p:cNvSpPr/>
          <p:nvPr/>
        </p:nvSpPr>
        <p:spPr>
          <a:xfrm>
            <a:off x="16747783" y="2877305"/>
            <a:ext cx="356831" cy="892077"/>
          </a:xfrm>
          <a:custGeom>
            <a:rect b="b" l="l" r="r" t="t"/>
            <a:pathLst>
              <a:path extrusionOk="0" h="892077" w="356831">
                <a:moveTo>
                  <a:pt x="0" y="0"/>
                </a:moveTo>
                <a:lnTo>
                  <a:pt x="356831" y="0"/>
                </a:lnTo>
                <a:lnTo>
                  <a:pt x="356831" y="892077"/>
                </a:lnTo>
                <a:lnTo>
                  <a:pt x="0" y="892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20"/>
          <p:cNvSpPr/>
          <p:nvPr/>
        </p:nvSpPr>
        <p:spPr>
          <a:xfrm>
            <a:off x="9314883" y="2873047"/>
            <a:ext cx="461759" cy="900594"/>
          </a:xfrm>
          <a:custGeom>
            <a:rect b="b" l="l" r="r" t="t"/>
            <a:pathLst>
              <a:path extrusionOk="0" h="900594" w="461759">
                <a:moveTo>
                  <a:pt x="0" y="0"/>
                </a:moveTo>
                <a:lnTo>
                  <a:pt x="461759" y="0"/>
                </a:lnTo>
                <a:lnTo>
                  <a:pt x="461759" y="900594"/>
                </a:lnTo>
                <a:lnTo>
                  <a:pt x="0" y="900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20"/>
          <p:cNvSpPr/>
          <p:nvPr/>
        </p:nvSpPr>
        <p:spPr>
          <a:xfrm>
            <a:off x="13238829" y="3082029"/>
            <a:ext cx="1087896" cy="482630"/>
          </a:xfrm>
          <a:custGeom>
            <a:rect b="b" l="l" r="r" t="t"/>
            <a:pathLst>
              <a:path extrusionOk="0" h="482630" w="1087896">
                <a:moveTo>
                  <a:pt x="0" y="0"/>
                </a:moveTo>
                <a:lnTo>
                  <a:pt x="1087896" y="0"/>
                </a:lnTo>
                <a:lnTo>
                  <a:pt x="1087896" y="482630"/>
                </a:lnTo>
                <a:lnTo>
                  <a:pt x="0" y="482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20"/>
          <p:cNvSpPr/>
          <p:nvPr/>
        </p:nvSpPr>
        <p:spPr>
          <a:xfrm>
            <a:off x="11909210" y="3041990"/>
            <a:ext cx="879230" cy="562707"/>
          </a:xfrm>
          <a:custGeom>
            <a:rect b="b" l="l" r="r" t="t"/>
            <a:pathLst>
              <a:path extrusionOk="0" h="562707" w="879230">
                <a:moveTo>
                  <a:pt x="0" y="0"/>
                </a:moveTo>
                <a:lnTo>
                  <a:pt x="879231" y="0"/>
                </a:lnTo>
                <a:lnTo>
                  <a:pt x="879231" y="562707"/>
                </a:lnTo>
                <a:lnTo>
                  <a:pt x="0" y="562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20"/>
          <p:cNvSpPr/>
          <p:nvPr/>
        </p:nvSpPr>
        <p:spPr>
          <a:xfrm>
            <a:off x="7967348" y="2910656"/>
            <a:ext cx="897146" cy="825375"/>
          </a:xfrm>
          <a:custGeom>
            <a:rect b="b" l="l" r="r" t="t"/>
            <a:pathLst>
              <a:path extrusionOk="0" h="825375" w="897146">
                <a:moveTo>
                  <a:pt x="0" y="0"/>
                </a:moveTo>
                <a:lnTo>
                  <a:pt x="897146" y="0"/>
                </a:lnTo>
                <a:lnTo>
                  <a:pt x="897146" y="825375"/>
                </a:lnTo>
                <a:lnTo>
                  <a:pt x="0" y="8253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20"/>
          <p:cNvSpPr/>
          <p:nvPr/>
        </p:nvSpPr>
        <p:spPr>
          <a:xfrm>
            <a:off x="15701473" y="2851072"/>
            <a:ext cx="595921" cy="944544"/>
          </a:xfrm>
          <a:custGeom>
            <a:rect b="b" l="l" r="r" t="t"/>
            <a:pathLst>
              <a:path extrusionOk="0" h="944544" w="595921">
                <a:moveTo>
                  <a:pt x="0" y="0"/>
                </a:moveTo>
                <a:lnTo>
                  <a:pt x="595921" y="0"/>
                </a:lnTo>
                <a:lnTo>
                  <a:pt x="595921" y="944544"/>
                </a:lnTo>
                <a:lnTo>
                  <a:pt x="0" y="94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20"/>
          <p:cNvSpPr/>
          <p:nvPr/>
        </p:nvSpPr>
        <p:spPr>
          <a:xfrm>
            <a:off x="6469083" y="2768111"/>
            <a:ext cx="1047876" cy="1110466"/>
          </a:xfrm>
          <a:custGeom>
            <a:rect b="b" l="l" r="r" t="t"/>
            <a:pathLst>
              <a:path extrusionOk="0" h="1110466" w="1047876">
                <a:moveTo>
                  <a:pt x="0" y="0"/>
                </a:moveTo>
                <a:lnTo>
                  <a:pt x="1047876" y="0"/>
                </a:lnTo>
                <a:lnTo>
                  <a:pt x="1047876" y="1110466"/>
                </a:lnTo>
                <a:lnTo>
                  <a:pt x="0" y="1110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20"/>
          <p:cNvSpPr/>
          <p:nvPr/>
        </p:nvSpPr>
        <p:spPr>
          <a:xfrm>
            <a:off x="10227030" y="3144174"/>
            <a:ext cx="1231791" cy="358339"/>
          </a:xfrm>
          <a:custGeom>
            <a:rect b="b" l="l" r="r" t="t"/>
            <a:pathLst>
              <a:path extrusionOk="0" h="358339" w="1231791">
                <a:moveTo>
                  <a:pt x="0" y="0"/>
                </a:moveTo>
                <a:lnTo>
                  <a:pt x="1231792" y="0"/>
                </a:lnTo>
                <a:lnTo>
                  <a:pt x="1231792" y="358339"/>
                </a:lnTo>
                <a:lnTo>
                  <a:pt x="0" y="358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0"/>
          <p:cNvSpPr/>
          <p:nvPr/>
        </p:nvSpPr>
        <p:spPr>
          <a:xfrm>
            <a:off x="7693684" y="8705988"/>
            <a:ext cx="490852" cy="490852"/>
          </a:xfrm>
          <a:custGeom>
            <a:rect b="b" l="l" r="r" t="t"/>
            <a:pathLst>
              <a:path extrusionOk="0" h="490852" w="490852">
                <a:moveTo>
                  <a:pt x="0" y="0"/>
                </a:moveTo>
                <a:lnTo>
                  <a:pt x="490852" y="0"/>
                </a:lnTo>
                <a:lnTo>
                  <a:pt x="490852" y="490852"/>
                </a:lnTo>
                <a:lnTo>
                  <a:pt x="0" y="49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3" name="Google Shape;303;p20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8549714" y="8546399"/>
            <a:ext cx="405015" cy="81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0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6584005" y="8621972"/>
            <a:ext cx="744502" cy="65888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/>
          <p:nvPr/>
        </p:nvSpPr>
        <p:spPr>
          <a:xfrm>
            <a:off x="14490239" y="8649160"/>
            <a:ext cx="680177" cy="604507"/>
          </a:xfrm>
          <a:custGeom>
            <a:rect b="b" l="l" r="r" t="t"/>
            <a:pathLst>
              <a:path extrusionOk="0" h="604507" w="680177">
                <a:moveTo>
                  <a:pt x="0" y="0"/>
                </a:moveTo>
                <a:lnTo>
                  <a:pt x="680177" y="0"/>
                </a:lnTo>
                <a:lnTo>
                  <a:pt x="680177" y="604508"/>
                </a:lnTo>
                <a:lnTo>
                  <a:pt x="0" y="604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20"/>
          <p:cNvSpPr/>
          <p:nvPr/>
        </p:nvSpPr>
        <p:spPr>
          <a:xfrm>
            <a:off x="16505278" y="8543907"/>
            <a:ext cx="1126275" cy="815014"/>
          </a:xfrm>
          <a:custGeom>
            <a:rect b="b" l="l" r="r" t="t"/>
            <a:pathLst>
              <a:path extrusionOk="0" h="815014" w="1126275">
                <a:moveTo>
                  <a:pt x="0" y="0"/>
                </a:moveTo>
                <a:lnTo>
                  <a:pt x="1126276" y="0"/>
                </a:lnTo>
                <a:lnTo>
                  <a:pt x="1126276" y="815014"/>
                </a:lnTo>
                <a:lnTo>
                  <a:pt x="0" y="815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20"/>
          <p:cNvSpPr/>
          <p:nvPr/>
        </p:nvSpPr>
        <p:spPr>
          <a:xfrm>
            <a:off x="12850882" y="8741568"/>
            <a:ext cx="454391" cy="419692"/>
          </a:xfrm>
          <a:custGeom>
            <a:rect b="b" l="l" r="r" t="t"/>
            <a:pathLst>
              <a:path extrusionOk="0" h="419692" w="454391">
                <a:moveTo>
                  <a:pt x="0" y="0"/>
                </a:moveTo>
                <a:lnTo>
                  <a:pt x="454391" y="0"/>
                </a:lnTo>
                <a:lnTo>
                  <a:pt x="454391" y="419692"/>
                </a:lnTo>
                <a:lnTo>
                  <a:pt x="0" y="41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20"/>
          <p:cNvSpPr/>
          <p:nvPr/>
        </p:nvSpPr>
        <p:spPr>
          <a:xfrm>
            <a:off x="15535593" y="8649160"/>
            <a:ext cx="604507" cy="604507"/>
          </a:xfrm>
          <a:custGeom>
            <a:rect b="b" l="l" r="r" t="t"/>
            <a:pathLst>
              <a:path extrusionOk="0" h="604507" w="604507">
                <a:moveTo>
                  <a:pt x="0" y="0"/>
                </a:moveTo>
                <a:lnTo>
                  <a:pt x="604508" y="0"/>
                </a:lnTo>
                <a:lnTo>
                  <a:pt x="604508" y="604508"/>
                </a:lnTo>
                <a:lnTo>
                  <a:pt x="0" y="604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0"/>
          <p:cNvSpPr/>
          <p:nvPr/>
        </p:nvSpPr>
        <p:spPr>
          <a:xfrm>
            <a:off x="13670451" y="8788994"/>
            <a:ext cx="454610" cy="324840"/>
          </a:xfrm>
          <a:custGeom>
            <a:rect b="b" l="l" r="r" t="t"/>
            <a:pathLst>
              <a:path extrusionOk="0" h="324840" w="454610">
                <a:moveTo>
                  <a:pt x="0" y="0"/>
                </a:moveTo>
                <a:lnTo>
                  <a:pt x="454610" y="0"/>
                </a:lnTo>
                <a:lnTo>
                  <a:pt x="454610" y="324840"/>
                </a:lnTo>
                <a:lnTo>
                  <a:pt x="0" y="324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0" name="Google Shape;310;p20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9319906" y="8438838"/>
            <a:ext cx="1199008" cy="102515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/>
          <p:nvPr/>
        </p:nvSpPr>
        <p:spPr>
          <a:xfrm>
            <a:off x="10884092" y="8620941"/>
            <a:ext cx="660946" cy="660946"/>
          </a:xfrm>
          <a:custGeom>
            <a:rect b="b" l="l" r="r" t="t"/>
            <a:pathLst>
              <a:path extrusionOk="0" h="660946" w="660946">
                <a:moveTo>
                  <a:pt x="0" y="0"/>
                </a:moveTo>
                <a:lnTo>
                  <a:pt x="660946" y="0"/>
                </a:lnTo>
                <a:lnTo>
                  <a:pt x="660946" y="660946"/>
                </a:lnTo>
                <a:lnTo>
                  <a:pt x="0" y="660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20"/>
          <p:cNvSpPr/>
          <p:nvPr/>
        </p:nvSpPr>
        <p:spPr>
          <a:xfrm>
            <a:off x="11910215" y="8663669"/>
            <a:ext cx="575489" cy="575489"/>
          </a:xfrm>
          <a:custGeom>
            <a:rect b="b" l="l" r="r" t="t"/>
            <a:pathLst>
              <a:path extrusionOk="0" h="575489" w="575489">
                <a:moveTo>
                  <a:pt x="0" y="0"/>
                </a:moveTo>
                <a:lnTo>
                  <a:pt x="575489" y="0"/>
                </a:lnTo>
                <a:lnTo>
                  <a:pt x="575489" y="575490"/>
                </a:lnTo>
                <a:lnTo>
                  <a:pt x="0" y="575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A882F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/>
        </p:nvSpPr>
        <p:spPr>
          <a:xfrm>
            <a:off x="937234" y="1067906"/>
            <a:ext cx="5059131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</a:t>
            </a:r>
            <a:endParaRPr/>
          </a:p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937234" y="7039610"/>
            <a:ext cx="5059131" cy="221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these design resources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forget to delete this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before presenting. </a:t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7482135" y="1201256"/>
            <a:ext cx="832459" cy="715915"/>
          </a:xfrm>
          <a:custGeom>
            <a:rect b="b" l="l" r="r" t="t"/>
            <a:pathLst>
              <a:path extrusionOk="0" h="715915" w="832459">
                <a:moveTo>
                  <a:pt x="0" y="0"/>
                </a:moveTo>
                <a:lnTo>
                  <a:pt x="832459" y="0"/>
                </a:lnTo>
                <a:lnTo>
                  <a:pt x="832459" y="715915"/>
                </a:lnTo>
                <a:lnTo>
                  <a:pt x="0" y="715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21"/>
          <p:cNvSpPr/>
          <p:nvPr/>
        </p:nvSpPr>
        <p:spPr>
          <a:xfrm>
            <a:off x="8831902" y="1128165"/>
            <a:ext cx="862097" cy="862097"/>
          </a:xfrm>
          <a:custGeom>
            <a:rect b="b" l="l" r="r" t="t"/>
            <a:pathLst>
              <a:path extrusionOk="0" h="862097" w="862097">
                <a:moveTo>
                  <a:pt x="0" y="0"/>
                </a:moveTo>
                <a:lnTo>
                  <a:pt x="862097" y="0"/>
                </a:lnTo>
                <a:lnTo>
                  <a:pt x="862097" y="862097"/>
                </a:lnTo>
                <a:lnTo>
                  <a:pt x="0" y="86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21"/>
          <p:cNvSpPr/>
          <p:nvPr/>
        </p:nvSpPr>
        <p:spPr>
          <a:xfrm>
            <a:off x="10121522" y="1053200"/>
            <a:ext cx="704739" cy="1012027"/>
          </a:xfrm>
          <a:custGeom>
            <a:rect b="b" l="l" r="r" t="t"/>
            <a:pathLst>
              <a:path extrusionOk="0" h="1012027" w="704739">
                <a:moveTo>
                  <a:pt x="0" y="0"/>
                </a:moveTo>
                <a:lnTo>
                  <a:pt x="704739" y="0"/>
                </a:lnTo>
                <a:lnTo>
                  <a:pt x="704739" y="1012027"/>
                </a:lnTo>
                <a:lnTo>
                  <a:pt x="0" y="101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21"/>
          <p:cNvSpPr/>
          <p:nvPr/>
        </p:nvSpPr>
        <p:spPr>
          <a:xfrm>
            <a:off x="11297755" y="1201256"/>
            <a:ext cx="1164950" cy="715915"/>
          </a:xfrm>
          <a:custGeom>
            <a:rect b="b" l="l" r="r" t="t"/>
            <a:pathLst>
              <a:path extrusionOk="0" h="715915" w="1164950">
                <a:moveTo>
                  <a:pt x="0" y="0"/>
                </a:moveTo>
                <a:lnTo>
                  <a:pt x="1164950" y="0"/>
                </a:lnTo>
                <a:lnTo>
                  <a:pt x="1164950" y="715915"/>
                </a:lnTo>
                <a:lnTo>
                  <a:pt x="0" y="715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21"/>
          <p:cNvSpPr/>
          <p:nvPr/>
        </p:nvSpPr>
        <p:spPr>
          <a:xfrm>
            <a:off x="13009164" y="1128165"/>
            <a:ext cx="862097" cy="862097"/>
          </a:xfrm>
          <a:custGeom>
            <a:rect b="b" l="l" r="r" t="t"/>
            <a:pathLst>
              <a:path extrusionOk="0" h="862097" w="862097">
                <a:moveTo>
                  <a:pt x="0" y="0"/>
                </a:moveTo>
                <a:lnTo>
                  <a:pt x="862097" y="0"/>
                </a:lnTo>
                <a:lnTo>
                  <a:pt x="862097" y="862097"/>
                </a:lnTo>
                <a:lnTo>
                  <a:pt x="0" y="862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21"/>
          <p:cNvSpPr/>
          <p:nvPr/>
        </p:nvSpPr>
        <p:spPr>
          <a:xfrm>
            <a:off x="15326641" y="1053200"/>
            <a:ext cx="1119949" cy="1012027"/>
          </a:xfrm>
          <a:custGeom>
            <a:rect b="b" l="l" r="r" t="t"/>
            <a:pathLst>
              <a:path extrusionOk="0" h="1012027" w="1119949">
                <a:moveTo>
                  <a:pt x="0" y="0"/>
                </a:moveTo>
                <a:lnTo>
                  <a:pt x="1119950" y="0"/>
                </a:lnTo>
                <a:lnTo>
                  <a:pt x="1119950" y="1012027"/>
                </a:lnTo>
                <a:lnTo>
                  <a:pt x="0" y="101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21"/>
          <p:cNvSpPr/>
          <p:nvPr/>
        </p:nvSpPr>
        <p:spPr>
          <a:xfrm>
            <a:off x="14298785" y="1053200"/>
            <a:ext cx="675298" cy="1012027"/>
          </a:xfrm>
          <a:custGeom>
            <a:rect b="b" l="l" r="r" t="t"/>
            <a:pathLst>
              <a:path extrusionOk="0" h="1012027" w="675298">
                <a:moveTo>
                  <a:pt x="0" y="0"/>
                </a:moveTo>
                <a:lnTo>
                  <a:pt x="675298" y="0"/>
                </a:lnTo>
                <a:lnTo>
                  <a:pt x="675298" y="1012027"/>
                </a:lnTo>
                <a:lnTo>
                  <a:pt x="0" y="101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1"/>
          <p:cNvSpPr/>
          <p:nvPr/>
        </p:nvSpPr>
        <p:spPr>
          <a:xfrm>
            <a:off x="16799149" y="1053200"/>
            <a:ext cx="732340" cy="1012027"/>
          </a:xfrm>
          <a:custGeom>
            <a:rect b="b" l="l" r="r" t="t"/>
            <a:pathLst>
              <a:path extrusionOk="0" h="1012027" w="732340">
                <a:moveTo>
                  <a:pt x="0" y="0"/>
                </a:moveTo>
                <a:lnTo>
                  <a:pt x="732340" y="0"/>
                </a:lnTo>
                <a:lnTo>
                  <a:pt x="732340" y="1012027"/>
                </a:lnTo>
                <a:lnTo>
                  <a:pt x="0" y="101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21"/>
          <p:cNvSpPr/>
          <p:nvPr/>
        </p:nvSpPr>
        <p:spPr>
          <a:xfrm>
            <a:off x="7467096" y="3064911"/>
            <a:ext cx="862536" cy="862536"/>
          </a:xfrm>
          <a:custGeom>
            <a:rect b="b" l="l" r="r" t="t"/>
            <a:pathLst>
              <a:path extrusionOk="0" h="862536" w="862536">
                <a:moveTo>
                  <a:pt x="0" y="0"/>
                </a:moveTo>
                <a:lnTo>
                  <a:pt x="862537" y="0"/>
                </a:lnTo>
                <a:lnTo>
                  <a:pt x="862537" y="862536"/>
                </a:lnTo>
                <a:lnTo>
                  <a:pt x="0" y="862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21"/>
          <p:cNvSpPr/>
          <p:nvPr/>
        </p:nvSpPr>
        <p:spPr>
          <a:xfrm>
            <a:off x="8780705" y="3064911"/>
            <a:ext cx="862536" cy="862536"/>
          </a:xfrm>
          <a:custGeom>
            <a:rect b="b" l="l" r="r" t="t"/>
            <a:pathLst>
              <a:path extrusionOk="0" h="862536" w="862536">
                <a:moveTo>
                  <a:pt x="0" y="0"/>
                </a:moveTo>
                <a:lnTo>
                  <a:pt x="862536" y="0"/>
                </a:lnTo>
                <a:lnTo>
                  <a:pt x="862536" y="862536"/>
                </a:lnTo>
                <a:lnTo>
                  <a:pt x="0" y="862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21"/>
          <p:cNvSpPr/>
          <p:nvPr/>
        </p:nvSpPr>
        <p:spPr>
          <a:xfrm>
            <a:off x="10094314" y="3064911"/>
            <a:ext cx="856263" cy="862536"/>
          </a:xfrm>
          <a:custGeom>
            <a:rect b="b" l="l" r="r" t="t"/>
            <a:pathLst>
              <a:path extrusionOk="0" h="862536" w="856263">
                <a:moveTo>
                  <a:pt x="0" y="0"/>
                </a:moveTo>
                <a:lnTo>
                  <a:pt x="856263" y="0"/>
                </a:lnTo>
                <a:lnTo>
                  <a:pt x="856263" y="862536"/>
                </a:lnTo>
                <a:lnTo>
                  <a:pt x="0" y="862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21"/>
          <p:cNvSpPr/>
          <p:nvPr/>
        </p:nvSpPr>
        <p:spPr>
          <a:xfrm>
            <a:off x="11398252" y="3060768"/>
            <a:ext cx="714074" cy="870822"/>
          </a:xfrm>
          <a:custGeom>
            <a:rect b="b" l="l" r="r" t="t"/>
            <a:pathLst>
              <a:path extrusionOk="0" h="870822" w="714074">
                <a:moveTo>
                  <a:pt x="0" y="0"/>
                </a:moveTo>
                <a:lnTo>
                  <a:pt x="714074" y="0"/>
                </a:lnTo>
                <a:lnTo>
                  <a:pt x="714074" y="870822"/>
                </a:lnTo>
                <a:lnTo>
                  <a:pt x="0" y="87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21"/>
          <p:cNvSpPr/>
          <p:nvPr/>
        </p:nvSpPr>
        <p:spPr>
          <a:xfrm>
            <a:off x="12560001" y="3064911"/>
            <a:ext cx="903609" cy="862536"/>
          </a:xfrm>
          <a:custGeom>
            <a:rect b="b" l="l" r="r" t="t"/>
            <a:pathLst>
              <a:path extrusionOk="0" h="862536" w="903609">
                <a:moveTo>
                  <a:pt x="0" y="0"/>
                </a:moveTo>
                <a:lnTo>
                  <a:pt x="903610" y="0"/>
                </a:lnTo>
                <a:lnTo>
                  <a:pt x="903610" y="862536"/>
                </a:lnTo>
                <a:lnTo>
                  <a:pt x="0" y="862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21"/>
          <p:cNvSpPr/>
          <p:nvPr/>
        </p:nvSpPr>
        <p:spPr>
          <a:xfrm>
            <a:off x="13914683" y="3064911"/>
            <a:ext cx="757464" cy="862536"/>
          </a:xfrm>
          <a:custGeom>
            <a:rect b="b" l="l" r="r" t="t"/>
            <a:pathLst>
              <a:path extrusionOk="0" h="862536" w="757464">
                <a:moveTo>
                  <a:pt x="0" y="0"/>
                </a:moveTo>
                <a:lnTo>
                  <a:pt x="757464" y="0"/>
                </a:lnTo>
                <a:lnTo>
                  <a:pt x="757464" y="862536"/>
                </a:lnTo>
                <a:lnTo>
                  <a:pt x="0" y="862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21"/>
          <p:cNvSpPr/>
          <p:nvPr/>
        </p:nvSpPr>
        <p:spPr>
          <a:xfrm>
            <a:off x="15376997" y="3064911"/>
            <a:ext cx="857832" cy="862536"/>
          </a:xfrm>
          <a:custGeom>
            <a:rect b="b" l="l" r="r" t="t"/>
            <a:pathLst>
              <a:path extrusionOk="0" h="862536" w="857832">
                <a:moveTo>
                  <a:pt x="0" y="0"/>
                </a:moveTo>
                <a:lnTo>
                  <a:pt x="857831" y="0"/>
                </a:lnTo>
                <a:lnTo>
                  <a:pt x="857831" y="862536"/>
                </a:lnTo>
                <a:lnTo>
                  <a:pt x="0" y="862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21"/>
          <p:cNvSpPr/>
          <p:nvPr/>
        </p:nvSpPr>
        <p:spPr>
          <a:xfrm>
            <a:off x="16602008" y="3165916"/>
            <a:ext cx="1110978" cy="660527"/>
          </a:xfrm>
          <a:custGeom>
            <a:rect b="b" l="l" r="r" t="t"/>
            <a:pathLst>
              <a:path extrusionOk="0" h="660527" w="1110978">
                <a:moveTo>
                  <a:pt x="0" y="0"/>
                </a:moveTo>
                <a:lnTo>
                  <a:pt x="1110979" y="0"/>
                </a:lnTo>
                <a:lnTo>
                  <a:pt x="1110979" y="660527"/>
                </a:lnTo>
                <a:lnTo>
                  <a:pt x="0" y="660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21"/>
          <p:cNvSpPr/>
          <p:nvPr/>
        </p:nvSpPr>
        <p:spPr>
          <a:xfrm>
            <a:off x="7490992" y="4980429"/>
            <a:ext cx="885701" cy="761703"/>
          </a:xfrm>
          <a:custGeom>
            <a:rect b="b" l="l" r="r" t="t"/>
            <a:pathLst>
              <a:path extrusionOk="0" h="761703" w="885701">
                <a:moveTo>
                  <a:pt x="0" y="0"/>
                </a:moveTo>
                <a:lnTo>
                  <a:pt x="885701" y="0"/>
                </a:lnTo>
                <a:lnTo>
                  <a:pt x="885701" y="761703"/>
                </a:lnTo>
                <a:lnTo>
                  <a:pt x="0" y="761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21"/>
          <p:cNvSpPr/>
          <p:nvPr/>
        </p:nvSpPr>
        <p:spPr>
          <a:xfrm>
            <a:off x="9129092" y="4980429"/>
            <a:ext cx="761703" cy="761703"/>
          </a:xfrm>
          <a:custGeom>
            <a:rect b="b" l="l" r="r" t="t"/>
            <a:pathLst>
              <a:path extrusionOk="0" h="761703" w="761703">
                <a:moveTo>
                  <a:pt x="0" y="0"/>
                </a:moveTo>
                <a:lnTo>
                  <a:pt x="761703" y="0"/>
                </a:lnTo>
                <a:lnTo>
                  <a:pt x="761703" y="761703"/>
                </a:lnTo>
                <a:lnTo>
                  <a:pt x="0" y="761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21"/>
          <p:cNvSpPr/>
          <p:nvPr/>
        </p:nvSpPr>
        <p:spPr>
          <a:xfrm>
            <a:off x="10643194" y="4980429"/>
            <a:ext cx="761703" cy="761703"/>
          </a:xfrm>
          <a:custGeom>
            <a:rect b="b" l="l" r="r" t="t"/>
            <a:pathLst>
              <a:path extrusionOk="0" h="761703" w="761703">
                <a:moveTo>
                  <a:pt x="0" y="0"/>
                </a:moveTo>
                <a:lnTo>
                  <a:pt x="761703" y="0"/>
                </a:lnTo>
                <a:lnTo>
                  <a:pt x="761703" y="761703"/>
                </a:lnTo>
                <a:lnTo>
                  <a:pt x="0" y="761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21"/>
          <p:cNvSpPr/>
          <p:nvPr/>
        </p:nvSpPr>
        <p:spPr>
          <a:xfrm>
            <a:off x="12157296" y="4980429"/>
            <a:ext cx="760318" cy="761703"/>
          </a:xfrm>
          <a:custGeom>
            <a:rect b="b" l="l" r="r" t="t"/>
            <a:pathLst>
              <a:path extrusionOk="0" h="761703" w="760318">
                <a:moveTo>
                  <a:pt x="0" y="0"/>
                </a:moveTo>
                <a:lnTo>
                  <a:pt x="760318" y="0"/>
                </a:lnTo>
                <a:lnTo>
                  <a:pt x="760318" y="761703"/>
                </a:lnTo>
                <a:lnTo>
                  <a:pt x="0" y="761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21"/>
          <p:cNvSpPr/>
          <p:nvPr/>
        </p:nvSpPr>
        <p:spPr>
          <a:xfrm>
            <a:off x="13670014" y="4980429"/>
            <a:ext cx="827938" cy="761703"/>
          </a:xfrm>
          <a:custGeom>
            <a:rect b="b" l="l" r="r" t="t"/>
            <a:pathLst>
              <a:path extrusionOk="0" h="761703" w="827938">
                <a:moveTo>
                  <a:pt x="0" y="0"/>
                </a:moveTo>
                <a:lnTo>
                  <a:pt x="827937" y="0"/>
                </a:lnTo>
                <a:lnTo>
                  <a:pt x="827937" y="761703"/>
                </a:lnTo>
                <a:lnTo>
                  <a:pt x="0" y="761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21"/>
          <p:cNvSpPr/>
          <p:nvPr/>
        </p:nvSpPr>
        <p:spPr>
          <a:xfrm>
            <a:off x="15250351" y="4980429"/>
            <a:ext cx="614902" cy="761703"/>
          </a:xfrm>
          <a:custGeom>
            <a:rect b="b" l="l" r="r" t="t"/>
            <a:pathLst>
              <a:path extrusionOk="0" h="761703" w="614902">
                <a:moveTo>
                  <a:pt x="0" y="0"/>
                </a:moveTo>
                <a:lnTo>
                  <a:pt x="614901" y="0"/>
                </a:lnTo>
                <a:lnTo>
                  <a:pt x="614901" y="761703"/>
                </a:lnTo>
                <a:lnTo>
                  <a:pt x="0" y="761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21"/>
          <p:cNvSpPr/>
          <p:nvPr/>
        </p:nvSpPr>
        <p:spPr>
          <a:xfrm>
            <a:off x="16617652" y="5046621"/>
            <a:ext cx="1095335" cy="629320"/>
          </a:xfrm>
          <a:custGeom>
            <a:rect b="b" l="l" r="r" t="t"/>
            <a:pathLst>
              <a:path extrusionOk="0" h="629320" w="1095335">
                <a:moveTo>
                  <a:pt x="0" y="0"/>
                </a:moveTo>
                <a:lnTo>
                  <a:pt x="1095335" y="0"/>
                </a:lnTo>
                <a:lnTo>
                  <a:pt x="1095335" y="629319"/>
                </a:lnTo>
                <a:lnTo>
                  <a:pt x="0" y="629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21"/>
          <p:cNvSpPr/>
          <p:nvPr/>
        </p:nvSpPr>
        <p:spPr>
          <a:xfrm>
            <a:off x="7479750" y="6679656"/>
            <a:ext cx="914303" cy="816223"/>
          </a:xfrm>
          <a:custGeom>
            <a:rect b="b" l="l" r="r" t="t"/>
            <a:pathLst>
              <a:path extrusionOk="0" h="816223" w="914303">
                <a:moveTo>
                  <a:pt x="0" y="0"/>
                </a:moveTo>
                <a:lnTo>
                  <a:pt x="914303" y="0"/>
                </a:lnTo>
                <a:lnTo>
                  <a:pt x="914303" y="816223"/>
                </a:lnTo>
                <a:lnTo>
                  <a:pt x="0" y="816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21"/>
          <p:cNvSpPr/>
          <p:nvPr/>
        </p:nvSpPr>
        <p:spPr>
          <a:xfrm>
            <a:off x="8831438" y="6647007"/>
            <a:ext cx="642709" cy="881521"/>
          </a:xfrm>
          <a:custGeom>
            <a:rect b="b" l="l" r="r" t="t"/>
            <a:pathLst>
              <a:path extrusionOk="0" h="881521" w="642709">
                <a:moveTo>
                  <a:pt x="0" y="0"/>
                </a:moveTo>
                <a:lnTo>
                  <a:pt x="642709" y="0"/>
                </a:lnTo>
                <a:lnTo>
                  <a:pt x="642709" y="881521"/>
                </a:lnTo>
                <a:lnTo>
                  <a:pt x="0" y="8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21"/>
          <p:cNvSpPr/>
          <p:nvPr/>
        </p:nvSpPr>
        <p:spPr>
          <a:xfrm>
            <a:off x="9911532" y="6647007"/>
            <a:ext cx="827027" cy="881521"/>
          </a:xfrm>
          <a:custGeom>
            <a:rect b="b" l="l" r="r" t="t"/>
            <a:pathLst>
              <a:path extrusionOk="0" h="881521" w="827027">
                <a:moveTo>
                  <a:pt x="0" y="0"/>
                </a:moveTo>
                <a:lnTo>
                  <a:pt x="827027" y="0"/>
                </a:lnTo>
                <a:lnTo>
                  <a:pt x="827027" y="881521"/>
                </a:lnTo>
                <a:lnTo>
                  <a:pt x="0" y="8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21"/>
          <p:cNvSpPr/>
          <p:nvPr/>
        </p:nvSpPr>
        <p:spPr>
          <a:xfrm>
            <a:off x="11175944" y="6647007"/>
            <a:ext cx="644312" cy="881521"/>
          </a:xfrm>
          <a:custGeom>
            <a:rect b="b" l="l" r="r" t="t"/>
            <a:pathLst>
              <a:path extrusionOk="0" h="881521" w="644312">
                <a:moveTo>
                  <a:pt x="0" y="0"/>
                </a:moveTo>
                <a:lnTo>
                  <a:pt x="644312" y="0"/>
                </a:lnTo>
                <a:lnTo>
                  <a:pt x="644312" y="881521"/>
                </a:lnTo>
                <a:lnTo>
                  <a:pt x="0" y="8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21"/>
          <p:cNvSpPr/>
          <p:nvPr/>
        </p:nvSpPr>
        <p:spPr>
          <a:xfrm>
            <a:off x="12257641" y="6739185"/>
            <a:ext cx="1158432" cy="697166"/>
          </a:xfrm>
          <a:custGeom>
            <a:rect b="b" l="l" r="r" t="t"/>
            <a:pathLst>
              <a:path extrusionOk="0" h="697166" w="1158432">
                <a:moveTo>
                  <a:pt x="0" y="0"/>
                </a:moveTo>
                <a:lnTo>
                  <a:pt x="1158432" y="0"/>
                </a:lnTo>
                <a:lnTo>
                  <a:pt x="1158432" y="697165"/>
                </a:lnTo>
                <a:lnTo>
                  <a:pt x="0" y="69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21"/>
          <p:cNvSpPr/>
          <p:nvPr/>
        </p:nvSpPr>
        <p:spPr>
          <a:xfrm>
            <a:off x="13853458" y="6647007"/>
            <a:ext cx="1117135" cy="881521"/>
          </a:xfrm>
          <a:custGeom>
            <a:rect b="b" l="l" r="r" t="t"/>
            <a:pathLst>
              <a:path extrusionOk="0" h="881521" w="1117135">
                <a:moveTo>
                  <a:pt x="0" y="0"/>
                </a:moveTo>
                <a:lnTo>
                  <a:pt x="1117135" y="0"/>
                </a:lnTo>
                <a:lnTo>
                  <a:pt x="1117135" y="881521"/>
                </a:lnTo>
                <a:lnTo>
                  <a:pt x="0" y="8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21"/>
          <p:cNvSpPr/>
          <p:nvPr/>
        </p:nvSpPr>
        <p:spPr>
          <a:xfrm>
            <a:off x="15407978" y="6647007"/>
            <a:ext cx="881521" cy="881521"/>
          </a:xfrm>
          <a:custGeom>
            <a:rect b="b" l="l" r="r" t="t"/>
            <a:pathLst>
              <a:path extrusionOk="0" h="881521" w="881521">
                <a:moveTo>
                  <a:pt x="0" y="0"/>
                </a:moveTo>
                <a:lnTo>
                  <a:pt x="881521" y="0"/>
                </a:lnTo>
                <a:lnTo>
                  <a:pt x="881521" y="881521"/>
                </a:lnTo>
                <a:lnTo>
                  <a:pt x="0" y="8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21"/>
          <p:cNvSpPr/>
          <p:nvPr/>
        </p:nvSpPr>
        <p:spPr>
          <a:xfrm>
            <a:off x="16726884" y="6647007"/>
            <a:ext cx="881521" cy="881521"/>
          </a:xfrm>
          <a:custGeom>
            <a:rect b="b" l="l" r="r" t="t"/>
            <a:pathLst>
              <a:path extrusionOk="0" h="881521" w="881521">
                <a:moveTo>
                  <a:pt x="0" y="0"/>
                </a:moveTo>
                <a:lnTo>
                  <a:pt x="881521" y="0"/>
                </a:lnTo>
                <a:lnTo>
                  <a:pt x="881521" y="881521"/>
                </a:lnTo>
                <a:lnTo>
                  <a:pt x="0" y="881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21"/>
          <p:cNvSpPr/>
          <p:nvPr/>
        </p:nvSpPr>
        <p:spPr>
          <a:xfrm>
            <a:off x="7686242" y="8479532"/>
            <a:ext cx="424245" cy="788293"/>
          </a:xfrm>
          <a:custGeom>
            <a:rect b="b" l="l" r="r" t="t"/>
            <a:pathLst>
              <a:path extrusionOk="0" h="788293" w="424245">
                <a:moveTo>
                  <a:pt x="0" y="0"/>
                </a:moveTo>
                <a:lnTo>
                  <a:pt x="424245" y="0"/>
                </a:lnTo>
                <a:lnTo>
                  <a:pt x="424245" y="788293"/>
                </a:lnTo>
                <a:lnTo>
                  <a:pt x="0" y="78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21"/>
          <p:cNvSpPr/>
          <p:nvPr/>
        </p:nvSpPr>
        <p:spPr>
          <a:xfrm>
            <a:off x="8730116" y="8479532"/>
            <a:ext cx="610569" cy="788293"/>
          </a:xfrm>
          <a:custGeom>
            <a:rect b="b" l="l" r="r" t="t"/>
            <a:pathLst>
              <a:path extrusionOk="0" h="788293" w="610569">
                <a:moveTo>
                  <a:pt x="0" y="0"/>
                </a:moveTo>
                <a:lnTo>
                  <a:pt x="610569" y="0"/>
                </a:lnTo>
                <a:lnTo>
                  <a:pt x="610569" y="788293"/>
                </a:lnTo>
                <a:lnTo>
                  <a:pt x="0" y="78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p21"/>
          <p:cNvSpPr/>
          <p:nvPr/>
        </p:nvSpPr>
        <p:spPr>
          <a:xfrm>
            <a:off x="9960313" y="8479532"/>
            <a:ext cx="680799" cy="788293"/>
          </a:xfrm>
          <a:custGeom>
            <a:rect b="b" l="l" r="r" t="t"/>
            <a:pathLst>
              <a:path extrusionOk="0" h="788293" w="680799">
                <a:moveTo>
                  <a:pt x="0" y="0"/>
                </a:moveTo>
                <a:lnTo>
                  <a:pt x="680799" y="0"/>
                </a:lnTo>
                <a:lnTo>
                  <a:pt x="680799" y="788293"/>
                </a:lnTo>
                <a:lnTo>
                  <a:pt x="0" y="78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3" name="Google Shape;353;p21"/>
          <p:cNvSpPr/>
          <p:nvPr/>
        </p:nvSpPr>
        <p:spPr>
          <a:xfrm>
            <a:off x="11260740" y="8479532"/>
            <a:ext cx="397013" cy="788293"/>
          </a:xfrm>
          <a:custGeom>
            <a:rect b="b" l="l" r="r" t="t"/>
            <a:pathLst>
              <a:path extrusionOk="0" h="788293" w="397013">
                <a:moveTo>
                  <a:pt x="0" y="0"/>
                </a:moveTo>
                <a:lnTo>
                  <a:pt x="397014" y="0"/>
                </a:lnTo>
                <a:lnTo>
                  <a:pt x="397014" y="788293"/>
                </a:lnTo>
                <a:lnTo>
                  <a:pt x="0" y="78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4" name="Google Shape;354;p21"/>
          <p:cNvSpPr/>
          <p:nvPr/>
        </p:nvSpPr>
        <p:spPr>
          <a:xfrm>
            <a:off x="12277382" y="8479532"/>
            <a:ext cx="788293" cy="788293"/>
          </a:xfrm>
          <a:custGeom>
            <a:rect b="b" l="l" r="r" t="t"/>
            <a:pathLst>
              <a:path extrusionOk="0" h="788293" w="788293">
                <a:moveTo>
                  <a:pt x="0" y="0"/>
                </a:moveTo>
                <a:lnTo>
                  <a:pt x="788293" y="0"/>
                </a:lnTo>
                <a:lnTo>
                  <a:pt x="788293" y="788293"/>
                </a:lnTo>
                <a:lnTo>
                  <a:pt x="0" y="78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21"/>
          <p:cNvSpPr/>
          <p:nvPr/>
        </p:nvSpPr>
        <p:spPr>
          <a:xfrm>
            <a:off x="13685304" y="8479532"/>
            <a:ext cx="963470" cy="788293"/>
          </a:xfrm>
          <a:custGeom>
            <a:rect b="b" l="l" r="r" t="t"/>
            <a:pathLst>
              <a:path extrusionOk="0" h="788293" w="963470">
                <a:moveTo>
                  <a:pt x="0" y="0"/>
                </a:moveTo>
                <a:lnTo>
                  <a:pt x="963470" y="0"/>
                </a:lnTo>
                <a:lnTo>
                  <a:pt x="963470" y="788293"/>
                </a:lnTo>
                <a:lnTo>
                  <a:pt x="0" y="78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21"/>
          <p:cNvSpPr/>
          <p:nvPr/>
        </p:nvSpPr>
        <p:spPr>
          <a:xfrm>
            <a:off x="15268402" y="8580080"/>
            <a:ext cx="838854" cy="587198"/>
          </a:xfrm>
          <a:custGeom>
            <a:rect b="b" l="l" r="r" t="t"/>
            <a:pathLst>
              <a:path extrusionOk="0" h="587198" w="838854">
                <a:moveTo>
                  <a:pt x="0" y="0"/>
                </a:moveTo>
                <a:lnTo>
                  <a:pt x="838854" y="0"/>
                </a:lnTo>
                <a:lnTo>
                  <a:pt x="838854" y="587197"/>
                </a:lnTo>
                <a:lnTo>
                  <a:pt x="0" y="5871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21"/>
          <p:cNvSpPr/>
          <p:nvPr/>
        </p:nvSpPr>
        <p:spPr>
          <a:xfrm>
            <a:off x="16820620" y="8479532"/>
            <a:ext cx="689398" cy="788293"/>
          </a:xfrm>
          <a:custGeom>
            <a:rect b="b" l="l" r="r" t="t"/>
            <a:pathLst>
              <a:path extrusionOk="0" h="788293" w="689398">
                <a:moveTo>
                  <a:pt x="0" y="0"/>
                </a:moveTo>
                <a:lnTo>
                  <a:pt x="689398" y="0"/>
                </a:lnTo>
                <a:lnTo>
                  <a:pt x="689398" y="788293"/>
                </a:lnTo>
                <a:lnTo>
                  <a:pt x="0" y="78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